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9" r:id="rId1"/>
    <p:sldMasterId id="2147483737" r:id="rId2"/>
    <p:sldMasterId id="2147483759" r:id="rId3"/>
    <p:sldMasterId id="2147483776" r:id="rId4"/>
    <p:sldMasterId id="2147483792" r:id="rId5"/>
    <p:sldMasterId id="2147483809" r:id="rId6"/>
    <p:sldMasterId id="2147483831" r:id="rId7"/>
  </p:sldMasterIdLst>
  <p:notesMasterIdLst>
    <p:notesMasterId r:id="rId51"/>
  </p:notesMasterIdLst>
  <p:sldIdLst>
    <p:sldId id="396" r:id="rId8"/>
    <p:sldId id="348" r:id="rId9"/>
    <p:sldId id="300" r:id="rId10"/>
    <p:sldId id="390" r:id="rId11"/>
    <p:sldId id="394" r:id="rId12"/>
    <p:sldId id="391" r:id="rId13"/>
    <p:sldId id="352" r:id="rId14"/>
    <p:sldId id="399" r:id="rId15"/>
    <p:sldId id="304" r:id="rId16"/>
    <p:sldId id="392" r:id="rId17"/>
    <p:sldId id="355" r:id="rId18"/>
    <p:sldId id="395" r:id="rId19"/>
    <p:sldId id="308" r:id="rId20"/>
    <p:sldId id="356" r:id="rId21"/>
    <p:sldId id="357" r:id="rId22"/>
    <p:sldId id="358" r:id="rId23"/>
    <p:sldId id="359" r:id="rId24"/>
    <p:sldId id="360" r:id="rId25"/>
    <p:sldId id="361" r:id="rId26"/>
    <p:sldId id="362" r:id="rId27"/>
    <p:sldId id="363" r:id="rId28"/>
    <p:sldId id="364" r:id="rId29"/>
    <p:sldId id="365" r:id="rId30"/>
    <p:sldId id="366" r:id="rId31"/>
    <p:sldId id="367" r:id="rId32"/>
    <p:sldId id="368" r:id="rId33"/>
    <p:sldId id="369" r:id="rId34"/>
    <p:sldId id="370" r:id="rId35"/>
    <p:sldId id="371" r:id="rId36"/>
    <p:sldId id="372" r:id="rId37"/>
    <p:sldId id="373" r:id="rId38"/>
    <p:sldId id="324" r:id="rId39"/>
    <p:sldId id="374" r:id="rId40"/>
    <p:sldId id="375" r:id="rId41"/>
    <p:sldId id="376" r:id="rId42"/>
    <p:sldId id="377" r:id="rId43"/>
    <p:sldId id="328" r:id="rId44"/>
    <p:sldId id="378" r:id="rId45"/>
    <p:sldId id="398" r:id="rId46"/>
    <p:sldId id="380" r:id="rId47"/>
    <p:sldId id="381" r:id="rId48"/>
    <p:sldId id="382" r:id="rId49"/>
    <p:sldId id="383" r:id="rId5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0" userDrawn="1">
          <p15:clr>
            <a:srgbClr val="A4A3A4"/>
          </p15:clr>
        </p15:guide>
        <p15:guide id="2" pos="395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07" name="未知的使用者122" initials="" lastIdx="0" clrIdx="306"/>
  <p:cmAuthor id="1" name="liyc" initials="l" lastIdx="0" clrIdx="0"/>
  <p:cmAuthor id="308" name="未知的使用者123" initials="" lastIdx="0" clrIdx="307"/>
  <p:cmAuthor id="2" name="localadmin" initials="l" lastIdx="0" clrIdx="1"/>
  <p:cmAuthor id="309" name="fyl" initials="f" lastIdx="0" clrIdx="308"/>
  <p:cmAuthor id="3" name="hezhidong" initials="h" lastIdx="0" clrIdx="2"/>
  <p:cmAuthor id="310" name="胡一刀" initials="胡" lastIdx="0" clrIdx="309"/>
  <p:cmAuthor id="4" name="Author" initials="A" lastIdx="0" clrIdx="3"/>
  <p:cmAuthor id="311" name="zhangwei@archforce.cn" initials="" lastIdx="0" clrIdx="310"/>
  <p:cmAuthor id="5" name="archforce" initials="a" lastIdx="0" clrIdx="4"/>
  <p:cmAuthor id="312" name="Robin Wang" initials="Robin" lastIdx="0" clrIdx="311"/>
  <p:cmAuthor id="6" name="Andrea" initials="WYX" lastIdx="0" clrIdx="5"/>
  <p:cmAuthor id="313" name="Qian Fangli 钱芳利" initials="QF钱" lastIdx="0" clrIdx="312"/>
  <p:cmAuthor id="7" name="作者" initials="A" lastIdx="0" clrIdx="6"/>
  <p:cmAuthor id="314" name="高 媛" initials="高" lastIdx="0" clrIdx="313"/>
  <p:cmAuthor id="8" name="葛 小绿" initials="葛" lastIdx="0" clrIdx="7"/>
  <p:cmAuthor id="315" name="chenjing" initials="c" lastIdx="0" clrIdx="314"/>
  <p:cmAuthor id="9" name="才子媛" initials=" czy" lastIdx="0" clrIdx="8"/>
  <p:cmAuthor id="316" name="Saku Uchikawa" initials="S" lastIdx="0" clrIdx="315"/>
  <p:cmAuthor id="10" name="张芳" initials="zf" lastIdx="0" clrIdx="9"/>
  <p:cmAuthor id="317" name="00035181" initials="0" lastIdx="0" clrIdx="316"/>
  <p:cmAuthor id="11" name="13920" initials="1" lastIdx="0" clrIdx="10"/>
  <p:cmAuthor id="318" name="13480188160_zuQvA3qI" initials="authorId_943550368" lastIdx="0" clrIdx="317"/>
  <p:cmAuthor id="12" name="caiziyuan" initials="c" lastIdx="0" clrIdx="11"/>
  <p:cmAuthor id="13" name="Chen Darren" initials="CD" lastIdx="0" clrIdx="12"/>
  <p:cmAuthor id="14" name="Hanjing Wang (IB)" initials="HW" lastIdx="0" clrIdx="13"/>
  <p:cmAuthor id="15" name="Z Zhang Fa IB" initials="ZZFI" lastIdx="0" clrIdx="14"/>
  <p:cmAuthor id="16" name="胡逸天" initials="胡" lastIdx="0" clrIdx="15"/>
  <p:cmAuthor id="17" name="86131" initials="8" lastIdx="0" clrIdx="16"/>
  <p:cmAuthor id="18" name="THINK" initials="T" lastIdx="0" clrIdx="17"/>
  <p:cmAuthor id="19" name="李秋军" initials="Kevin" lastIdx="0" clrIdx="18"/>
  <p:cmAuthor id="20" name="hyjchzu@outlook.com" initials="" lastIdx="0" clrIdx="19"/>
  <p:cmAuthor id="21" name="未知用户93" initials="" lastIdx="0" clrIdx="20"/>
  <p:cmAuthor id="22" name="未知用户90" initials="" lastIdx="0" clrIdx="21"/>
  <p:cmAuthor id="23" name="未知用户91" initials="" lastIdx="0" clrIdx="22"/>
  <p:cmAuthor id="24" name="未知用户92" initials="" lastIdx="0" clrIdx="23"/>
  <p:cmAuthor id="25" name="未知用户74" initials="" lastIdx="0" clrIdx="24"/>
  <p:cmAuthor id="26" name="未知用户75" initials="" lastIdx="0" clrIdx="25"/>
  <p:cmAuthor id="27" name="未知用户76" initials="" lastIdx="0" clrIdx="26"/>
  <p:cmAuthor id="28" name="未知用户77" initials="" lastIdx="0" clrIdx="27"/>
  <p:cmAuthor id="29" name="未知用户78" initials="" lastIdx="0" clrIdx="28"/>
  <p:cmAuthor id="30" name="未知用户79" initials="" lastIdx="0" clrIdx="29"/>
  <p:cmAuthor id="31" name="未知用户80" initials="" lastIdx="0" clrIdx="30"/>
  <p:cmAuthor id="32" name="Harry xu" initials="" lastIdx="0" clrIdx="31"/>
  <p:cmAuthor id="33" name="未知用户27" initials="未" lastIdx="0" clrIdx="32"/>
  <p:cmAuthor id="34" name="未知用户35" initials="未" lastIdx="0" clrIdx="33"/>
  <p:cmAuthor id="35" name="未知用户111" initials="未" lastIdx="0" clrIdx="34"/>
  <p:cmAuthor id="36" name="鬲莉" initials="A" lastIdx="0" clrIdx="35"/>
  <p:cmAuthor id="37" name="10066351" initials="1" lastIdx="0" clrIdx="36"/>
  <p:cmAuthor id="38" name="蔡建楠" initials="caijianna" lastIdx="0" clrIdx="37"/>
  <p:cmAuthor id="39" name="赵诚荣10027092" initials="赵" lastIdx="0" clrIdx="38"/>
  <p:cmAuthor id="40" name="李蕾00009994" initials="李" lastIdx="0" clrIdx="39"/>
  <p:cmAuthor id="41" name="wyz" initials="w" lastIdx="0" clrIdx="40"/>
  <p:cmAuthor id="42" name="10270945" initials="1" lastIdx="0" clrIdx="41"/>
  <p:cmAuthor id="43" name="10295142" initials="1" lastIdx="0" clrIdx="42"/>
  <p:cmAuthor id="44" name="Hou Yingfeng" initials="H" lastIdx="0" clrIdx="43"/>
  <p:cmAuthor id="45" name="10092001" initials="1" lastIdx="0" clrIdx="44"/>
  <p:cmAuthor id="46" name="10056791" initials="ZTE" lastIdx="0" clrIdx="45"/>
  <p:cmAuthor id="47" name="李楠10047711" initials="李楠10047711" lastIdx="0" clrIdx="46"/>
  <p:cmAuthor id="48" name="610007" initials="6" lastIdx="0" clrIdx="47"/>
  <p:cmAuthor id="49" name="叶建阳10032546" initials="叶建阳10032546" lastIdx="0" clrIdx="48"/>
  <p:cmAuthor id="50" name="Administrator" initials="A" lastIdx="0" clrIdx="49"/>
  <p:cmAuthor id="51" name="关全全10258021" initials="关全全10258021" lastIdx="0" clrIdx="50"/>
  <p:cmAuthor id="52" name="10032948" initials="1" lastIdx="0" clrIdx="51"/>
  <p:cmAuthor id="53" name="赵欣" initials="zx" lastIdx="0" clrIdx="52"/>
  <p:cmAuthor id="54" name="10209970" initials="1" lastIdx="0" clrIdx="53"/>
  <p:cmAuthor id="55" name="10133177" initials="1" lastIdx="0" clrIdx="54"/>
  <p:cmAuthor id="56" name="10072453" initials="1" lastIdx="0" clrIdx="55"/>
  <p:cmAuthor id="57" name="未知的使用者77" initials="" lastIdx="0" clrIdx="56"/>
  <p:cmAuthor id="58" name="未知的使用者92" initials="" lastIdx="0" clrIdx="57"/>
  <p:cmAuthor id="59" name="未知的使用者78" initials="" lastIdx="0" clrIdx="58"/>
  <p:cmAuthor id="60" name="10319231" initials="1" lastIdx="0" clrIdx="59"/>
  <p:cmAuthor id="61" name="未知的使用者79" initials="" lastIdx="0" clrIdx="60"/>
  <p:cmAuthor id="62" name="未知用户107" initials="" lastIdx="0" clrIdx="61"/>
  <p:cmAuthor id="63" name="未知的使用者80" initials="" lastIdx="0" clrIdx="62"/>
  <p:cmAuthor id="64" name="未知用户51" initials="" lastIdx="0" clrIdx="63"/>
  <p:cmAuthor id="65" name="未知的使用者82" initials="" lastIdx="0" clrIdx="64"/>
  <p:cmAuthor id="66" name="未知的使用者83" initials="" lastIdx="0" clrIdx="65"/>
  <p:cmAuthor id="67" name="未知的使用者118" initials="" lastIdx="0" clrIdx="66"/>
  <p:cmAuthor id="68" name="未知的使用者84" initials="" lastIdx="0" clrIdx="67"/>
  <p:cmAuthor id="69" name="未知的使用者70" initials="" lastIdx="0" clrIdx="68"/>
  <p:cmAuthor id="70" name="未知的使用者85" initials="" lastIdx="0" clrIdx="69"/>
  <p:cmAuthor id="71" name="未知的使用者40" initials="" lastIdx="0" clrIdx="70"/>
  <p:cmAuthor id="72" name="未知的使用者87" initials="" lastIdx="0" clrIdx="71"/>
  <p:cmAuthor id="73" name="曾红" initials="" lastIdx="0" clrIdx="72"/>
  <p:cmAuthor id="74" name="未知的使用者90" initials="" lastIdx="0" clrIdx="73"/>
  <p:cmAuthor id="75" name="未知的使用者29" initials="" lastIdx="0" clrIdx="74"/>
  <p:cmAuthor id="76" name="未知的使用者91" initials="" lastIdx="0" clrIdx="75"/>
  <p:cmAuthor id="77" name="未知的使用者98" initials="" lastIdx="0" clrIdx="76"/>
  <p:cmAuthor id="78" name="CHRISYU" initials="" lastIdx="0" clrIdx="77"/>
  <p:cmAuthor id="79" name="未知的使用者113" initials="" lastIdx="0" clrIdx="78"/>
  <p:cmAuthor id="80" name="liucunri" initials="" lastIdx="0" clrIdx="79"/>
  <p:cmAuthor id="81" name="未知用户9" initials="" lastIdx="0" clrIdx="80"/>
  <p:cmAuthor id="82" name="Unknown User48" initials="" lastIdx="0" clrIdx="81"/>
  <p:cmAuthor id="83" name="未知用户103" initials="" lastIdx="0" clrIdx="82"/>
  <p:cmAuthor id="84" name="Unknown User52" initials="" lastIdx="0" clrIdx="83"/>
  <p:cmAuthor id="85" name="未知的使用者42" initials="" lastIdx="0" clrIdx="84"/>
  <p:cmAuthor id="86" name="Unknown User50" initials="" lastIdx="0" clrIdx="85"/>
  <p:cmAuthor id="87" name="未知的使用者120" initials="" lastIdx="0" clrIdx="86"/>
  <p:cmAuthor id="88" name="px" initials="" lastIdx="0" clrIdx="87"/>
  <p:cmAuthor id="89" name="Sky123.Org" initials="" lastIdx="0" clrIdx="88"/>
  <p:cmAuthor id="90" name="elfinhsu" initials="" lastIdx="0" clrIdx="89"/>
  <p:cmAuthor id="91" name="微软用户" initials="" lastIdx="0" clrIdx="90"/>
  <p:cmAuthor id="92" name="未知的使用者73" initials="" lastIdx="0" clrIdx="91"/>
  <p:cmAuthor id="93" name="未知的使用者24" initials="" lastIdx="0" clrIdx="92"/>
  <p:cmAuthor id="94" name="未知用户16" initials="" lastIdx="0" clrIdx="93"/>
  <p:cmAuthor id="95" name="Mary Feil-Jacobs" initials="" lastIdx="0" clrIdx="94"/>
  <p:cmAuthor id="96" name="LiuHui" initials="" lastIdx="0" clrIdx="95"/>
  <p:cmAuthor id="97" name="未知的使用者45" initials="" lastIdx="0" clrIdx="96"/>
  <p:cmAuthor id="98" name="王鹏凯" initials="" lastIdx="0" clrIdx="97"/>
  <p:cmAuthor id="99" name="未知用户104" initials="" lastIdx="0" clrIdx="98"/>
  <p:cmAuthor id="100" name="未知用户5" initials="" lastIdx="0" clrIdx="99"/>
  <p:cmAuthor id="101" name="未知的使用者10" initials="" lastIdx="0" clrIdx="100"/>
  <p:cmAuthor id="102" name="未知的使用者93" initials="" lastIdx="0" clrIdx="101"/>
  <p:cmAuthor id="103" name="LeeElva" initials="" lastIdx="0" clrIdx="102"/>
  <p:cmAuthor id="104" name="未知用户99" initials="" lastIdx="0" clrIdx="103"/>
  <p:cmAuthor id="105" name="未知的使用者34" initials="" lastIdx="0" clrIdx="104"/>
  <p:cmAuthor id="106" name="未知的使用者115" initials="" lastIdx="0" clrIdx="105"/>
  <p:cmAuthor id="107" name="未知用户57" initials="" lastIdx="0" clrIdx="106"/>
  <p:cmAuthor id="108" name="lianghb" initials="" lastIdx="0" clrIdx="107"/>
  <p:cmAuthor id="109" name="未知用户17" initials="" lastIdx="0" clrIdx="108"/>
  <p:cmAuthor id="110" name="Deanna Schuler (Bookey Consulting)" initials="" lastIdx="0" clrIdx="109"/>
  <p:cmAuthor id="111" name="未知的使用者57" initials="" lastIdx="0" clrIdx="110"/>
  <p:cmAuthor id="112" name="未知的使用者16" initials="" lastIdx="0" clrIdx="111"/>
  <p:cmAuthor id="113" name="未知的使用者35" initials="" lastIdx="0" clrIdx="112"/>
  <p:cmAuthor id="114" name="未知用户102" initials="" lastIdx="0" clrIdx="113"/>
  <p:cmAuthor id="115" name="maxine" initials="" lastIdx="0" clrIdx="114"/>
  <p:cmAuthor id="116" name="未知的使用者121" initials="" lastIdx="0" clrIdx="115"/>
  <p:cmAuthor id="117" name="未知的使用者12" initials="" lastIdx="0" clrIdx="116"/>
  <p:cmAuthor id="118" name="周元元" initials="" lastIdx="0" clrIdx="117"/>
  <p:cmAuthor id="119" name="未知的使用者27" initials="" lastIdx="0" clrIdx="118"/>
  <p:cmAuthor id="120" name="未知的使用者30" initials="" lastIdx="0" clrIdx="119"/>
  <p:cmAuthor id="121" name="未知的使用者53" initials="" lastIdx="0" clrIdx="120"/>
  <p:cmAuthor id="122" name="未知用户58" initials="" lastIdx="0" clrIdx="121"/>
  <p:cmAuthor id="123" name="未知的使用者25" initials="" lastIdx="0" clrIdx="122"/>
  <p:cmAuthor id="124" name="liupeng" initials="" lastIdx="0" clrIdx="123"/>
  <p:cmAuthor id="125" name="未知用户24" initials="" lastIdx="0" clrIdx="124"/>
  <p:cmAuthor id="126" name="AbuSina" initials="" lastIdx="0" clrIdx="125"/>
  <p:cmAuthor id="127" name="hl sun" initials="" lastIdx="0" clrIdx="126"/>
  <p:cmAuthor id="128" name="未知的使用者94" initials="" lastIdx="0" clrIdx="127"/>
  <p:cmAuthor id="129" name="未知用户66" initials="" lastIdx="0" clrIdx="128"/>
  <p:cmAuthor id="130" name="未知用户19" initials="" lastIdx="0" clrIdx="129"/>
  <p:cmAuthor id="131" name="周宏達JerryChou" initials="" lastIdx="0" clrIdx="130"/>
  <p:cmAuthor id="132" name="未知用户7" initials="" lastIdx="0" clrIdx="131"/>
  <p:cmAuthor id="133" name="未知的使用者56" initials="" lastIdx="0" clrIdx="132"/>
  <p:cmAuthor id="134" name="未知的使用者119" initials="" lastIdx="0" clrIdx="133"/>
  <p:cmAuthor id="135" name="未知用户59" initials="" lastIdx="0" clrIdx="134"/>
  <p:cmAuthor id="136" name="未知的使用者22" initials="" lastIdx="0" clrIdx="135"/>
  <p:cmAuthor id="137" name="未知的使用者103" initials="" lastIdx="0" clrIdx="136"/>
  <p:cmAuthor id="138" name="Wenwen" initials="" lastIdx="0" clrIdx="137"/>
  <p:cmAuthor id="139" name="未知的使用者117" initials="" lastIdx="0" clrIdx="138"/>
  <p:cmAuthor id="140" name="未知的使用者33" initials="" lastIdx="0" clrIdx="139"/>
  <p:cmAuthor id="141" name="未知的使用者28" initials="" lastIdx="0" clrIdx="140"/>
  <p:cmAuthor id="142" name="未知用户67" initials="" lastIdx="0" clrIdx="141"/>
  <p:cmAuthor id="143" name="未知用户114" initials="" lastIdx="0" clrIdx="142"/>
  <p:cmAuthor id="144" name="未知用户18" initials="" lastIdx="0" clrIdx="143"/>
  <p:cmAuthor id="145" name="未知的使用者67" initials="" lastIdx="0" clrIdx="144"/>
  <p:cmAuthor id="146" name="未知的使用者46" initials="" lastIdx="0" clrIdx="145"/>
  <p:cmAuthor id="147" name="未知的使用者26" initials="" lastIdx="0" clrIdx="146"/>
  <p:cmAuthor id="148" name="未知的使用者43" initials="" lastIdx="0" clrIdx="147"/>
  <p:cmAuthor id="149" name="未知的使用者9" initials="" lastIdx="0" clrIdx="148"/>
  <p:cmAuthor id="150" name="未知用户62" initials="" lastIdx="0" clrIdx="149"/>
  <p:cmAuthor id="151" name="yuanzh" initials="" lastIdx="0" clrIdx="150"/>
  <p:cmAuthor id="152" name="不明使用者57" initials="" lastIdx="0" clrIdx="151"/>
  <p:cmAuthor id="153" name="未知用户108" initials="" lastIdx="0" clrIdx="152"/>
  <p:cmAuthor id="154" name="未知的使用者110" initials="" lastIdx="0" clrIdx="153"/>
  <p:cmAuthor id="155" name="linyd" initials="" lastIdx="0" clrIdx="154"/>
  <p:cmAuthor id="156" name="未知用户8" initials="" lastIdx="0" clrIdx="155"/>
  <p:cmAuthor id="157" name="未知的使用者31" initials="" lastIdx="0" clrIdx="156"/>
  <p:cmAuthor id="158" name="未知用户81" initials="" lastIdx="0" clrIdx="157"/>
  <p:cmAuthor id="159" name="未知用户115" initials="" lastIdx="0" clrIdx="158"/>
  <p:cmAuthor id="160" name="未知用户21" initials="" lastIdx="0" clrIdx="159"/>
  <p:cmAuthor id="161" name="未知的使用者68" initials="" lastIdx="0" clrIdx="160"/>
  <p:cmAuthor id="162" name="mm" initials="" lastIdx="0" clrIdx="161"/>
  <p:cmAuthor id="163" name="未知用户15" initials="" lastIdx="0" clrIdx="162"/>
  <p:cmAuthor id="164" name="朱晓瑜" initials="" lastIdx="0" clrIdx="163"/>
  <p:cmAuthor id="165" name="不明使用者20" initials="" lastIdx="0" clrIdx="164"/>
  <p:cmAuthor id="166" name="未知用户82" initials="" lastIdx="0" clrIdx="165"/>
  <p:cmAuthor id="167" name="未知的使用者7" initials="" lastIdx="0" clrIdx="166"/>
  <p:cmAuthor id="168" name="未知用户6" initials="" lastIdx="0" clrIdx="167"/>
  <p:cmAuthor id="169" name="未知的使用者55" initials="" lastIdx="0" clrIdx="168"/>
  <p:cmAuthor id="170" name="未知的使用者111" initials="" lastIdx="0" clrIdx="169"/>
  <p:cmAuthor id="171" name="未知的使用者50" initials="" lastIdx="0" clrIdx="170"/>
  <p:cmAuthor id="172" name="未知的使用者11" initials="" lastIdx="0" clrIdx="171"/>
  <p:cmAuthor id="173" name="未知用户47" initials="" lastIdx="0" clrIdx="172"/>
  <p:cmAuthor id="174" name="小延魔法师" initials="小" lastIdx="0" clrIdx="173"/>
  <p:cmAuthor id="175" name="未知用户106" initials="未" lastIdx="0" clrIdx="174"/>
  <p:cmAuthor id="176" name="未知用户116" initials="" lastIdx="0" clrIdx="175"/>
  <p:cmAuthor id="177" name="未知的使用者150" initials="未" lastIdx="0" clrIdx="176"/>
  <p:cmAuthor id="178" name="未知的使用者69" initials="" lastIdx="0" clrIdx="177"/>
  <p:cmAuthor id="179" name="未知的使用者112" initials="" lastIdx="0" clrIdx="178"/>
  <p:cmAuthor id="180" name="Kevin Hu" initials="" lastIdx="0" clrIdx="179"/>
  <p:cmAuthor id="181" name="未知的使用者38" initials="" lastIdx="0" clrIdx="180"/>
  <p:cmAuthor id="182" name="唐可欣" initials="" lastIdx="0" clrIdx="181"/>
  <p:cmAuthor id="183" name="未知的使用者8" initials="" lastIdx="0" clrIdx="182"/>
  <p:cmAuthor id="184" name="不明使用者56" initials="" lastIdx="0" clrIdx="183"/>
  <p:cmAuthor id="185" name="P00035_jeremy" initials="" lastIdx="0" clrIdx="184"/>
  <p:cmAuthor id="186" name="Unknown User7" initials="" lastIdx="0" clrIdx="185"/>
  <p:cmAuthor id="187" name="muzi wei" initials="" lastIdx="0" clrIdx="186"/>
  <p:cmAuthor id="188" name="未知的使用者41" initials="" lastIdx="0" clrIdx="187"/>
  <p:cmAuthor id="189" name="未知的使用者13" initials="" lastIdx="0" clrIdx="188"/>
  <p:cmAuthor id="190" name="djj" initials="" lastIdx="0" clrIdx="189"/>
  <p:cmAuthor id="191" name="未知用户117" initials="" lastIdx="0" clrIdx="190"/>
  <p:cmAuthor id="192" name="未知用户13" initials="" lastIdx="0" clrIdx="191"/>
  <p:cmAuthor id="193" name="不明使用者21" initials="" lastIdx="0" clrIdx="192"/>
  <p:cmAuthor id="194" name="YUMINGNJ" initials="" lastIdx="0" clrIdx="193"/>
  <p:cmAuthor id="195" name="未知的使用者52" initials="" lastIdx="0" clrIdx="194"/>
  <p:cmAuthor id="196" name="未知用户109" initials="" lastIdx="0" clrIdx="195"/>
  <p:cmAuthor id="197" name="Unknown User117" initials="U" lastIdx="0" clrIdx="196"/>
  <p:cmAuthor id="198" name="thomas" initials="" lastIdx="0" clrIdx="197"/>
  <p:cmAuthor id="199" name="未知的使用者3" initials="" lastIdx="0" clrIdx="198"/>
  <p:cmAuthor id="200" name="未知用户14" initials="" lastIdx="0" clrIdx="199"/>
  <p:cmAuthor id="201" name="Unknown User65" initials="U" lastIdx="0" clrIdx="200"/>
  <p:cmAuthor id="202" name="未知用户98" initials="" lastIdx="0" clrIdx="201"/>
  <p:cmAuthor id="203" name="未知用户83" initials="" lastIdx="0" clrIdx="202"/>
  <p:cmAuthor id="204" name="未知用户61" initials="" lastIdx="0" clrIdx="203"/>
  <p:cmAuthor id="205" name="張秀娟" initials="" lastIdx="0" clrIdx="204"/>
  <p:cmAuthor id="206" name="Jason Wang" initials="" lastIdx="0" clrIdx="205"/>
  <p:cmAuthor id="207" name="不明使用者18" initials="" lastIdx="0" clrIdx="206"/>
  <p:cmAuthor id="208" name="未知用户28" initials="未" lastIdx="0" clrIdx="207"/>
  <p:cmAuthor id="209" name="未知的使用者72" initials="" lastIdx="0" clrIdx="208"/>
  <p:cmAuthor id="210" name="未知的使用者48" initials="" lastIdx="0" clrIdx="209"/>
  <p:cmAuthor id="211" name="未知的使用者104" initials="" lastIdx="0" clrIdx="210"/>
  <p:cmAuthor id="212" name="未知用户60" initials="" lastIdx="0" clrIdx="211"/>
  <p:cmAuthor id="213" name="未知的使用者39" initials="未" lastIdx="0" clrIdx="212"/>
  <p:cmAuthor id="214" name="Shawna Strickland" initials="" lastIdx="0" clrIdx="213"/>
  <p:cmAuthor id="215" name="未知的使用者36" initials="" lastIdx="0" clrIdx="214"/>
  <p:cmAuthor id="216" name="Daniel Wuu" initials="" lastIdx="0" clrIdx="215"/>
  <p:cmAuthor id="217" name="未知用户56" initials="" lastIdx="0" clrIdx="216"/>
  <p:cmAuthor id="218" name="未知的使用者14" initials="" lastIdx="0" clrIdx="217"/>
  <p:cmAuthor id="219" name="Ashley Eberenz" initials="" lastIdx="0" clrIdx="218"/>
  <p:cmAuthor id="220" name="不明使用者19" initials="" lastIdx="0" clrIdx="219"/>
  <p:cmAuthor id="221" name="qiantong" initials="" lastIdx="0" clrIdx="220"/>
  <p:cmAuthor id="222" name="未知的使用者74" initials="" lastIdx="0" clrIdx="221"/>
  <p:cmAuthor id="223" name="未知的使用者23" initials="" lastIdx="0" clrIdx="222"/>
  <p:cmAuthor id="224" name="未知的使用者1" initials="" lastIdx="0" clrIdx="223"/>
  <p:cmAuthor id="225" name="116304" initials="" lastIdx="0" clrIdx="224"/>
  <p:cmAuthor id="226" name="未知用户31" initials="未" lastIdx="0" clrIdx="225"/>
  <p:cmAuthor id="227" name="R affer" initials="" lastIdx="0" clrIdx="226"/>
  <p:cmAuthor id="228" name="qihua-DCMS" initials="" lastIdx="0" clrIdx="227"/>
  <p:cmAuthor id="229" name="未知用户55" initials="" lastIdx="0" clrIdx="228"/>
  <p:cmAuthor id="230" name="未知的使用者95" initials="" lastIdx="0" clrIdx="229"/>
  <p:cmAuthor id="231" name="未知的使用者32" initials="" lastIdx="0" clrIdx="230"/>
  <p:cmAuthor id="232" name="未知的使用者49" initials="" lastIdx="0" clrIdx="231"/>
  <p:cmAuthor id="233" name="Unknown User26" initials="U" lastIdx="0" clrIdx="232"/>
  <p:cmAuthor id="234" name="yuexuejun" initials="" lastIdx="0" clrIdx="233"/>
  <p:cmAuthor id="235" name="未知的使用者71" initials="" lastIdx="0" clrIdx="234"/>
  <p:cmAuthor id="236" name="未知的使用者105" initials="" lastIdx="0" clrIdx="235"/>
  <p:cmAuthor id="237" name="Unknown User70" initials="" lastIdx="0" clrIdx="236"/>
  <p:cmAuthor id="238" name="clinchen" initials="" lastIdx="0" clrIdx="237"/>
  <p:cmAuthor id="239" name="未知用户23" initials="" lastIdx="0" clrIdx="238"/>
  <p:cmAuthor id="240" name="hanjuncompany" initials="" lastIdx="0" clrIdx="239"/>
  <p:cmAuthor id="241" name="kathy chen" initials="" lastIdx="0" clrIdx="240"/>
  <p:cmAuthor id="242" name="黄晓平" initials="黄" lastIdx="0" clrIdx="241"/>
  <p:cmAuthor id="243" name="未知的使用者63" initials="" lastIdx="0" clrIdx="242"/>
  <p:cmAuthor id="244" name="未知的使用者64" initials="" lastIdx="0" clrIdx="243"/>
  <p:cmAuthor id="245" name="未知的使用者47" initials="" lastIdx="0" clrIdx="244"/>
  <p:cmAuthor id="246" name="未知的使用者60" initials="" lastIdx="0" clrIdx="245"/>
  <p:cmAuthor id="247" name="未知的使用者59" initials="" lastIdx="0" clrIdx="246"/>
  <p:cmAuthor id="248" name="未知的使用者54" initials="" lastIdx="0" clrIdx="247"/>
  <p:cmAuthor id="249" name="未知的使用者66" initials="" lastIdx="0" clrIdx="248"/>
  <p:cmAuthor id="250" name="未知的使用者65" initials="" lastIdx="0" clrIdx="249"/>
  <p:cmAuthor id="251" name="未知的使用者106" initials="" lastIdx="0" clrIdx="250"/>
  <p:cmAuthor id="252" name="未知的使用者107" initials="" lastIdx="0" clrIdx="251"/>
  <p:cmAuthor id="253" name="未知的使用者108" initials="" lastIdx="0" clrIdx="252"/>
  <p:cmAuthor id="254" name="未知的使用者86" initials="" lastIdx="0" clrIdx="253"/>
  <p:cmAuthor id="255" name="未知的使用者116" initials="" lastIdx="0" clrIdx="254"/>
  <p:cmAuthor id="256" name="未知的使用者44" initials="" lastIdx="0" clrIdx="255"/>
  <p:cmAuthor id="257" name="未知的使用者37" initials="" lastIdx="0" clrIdx="256"/>
  <p:cmAuthor id="258" name="未知的使用者126" initials="" lastIdx="0" clrIdx="257"/>
  <p:cmAuthor id="259" name="未知的使用者127" initials="" lastIdx="0" clrIdx="258"/>
  <p:cmAuthor id="260" name="未知的使用者128" initials="" lastIdx="0" clrIdx="259"/>
  <p:cmAuthor id="261" name="未知的使用者124" initials="" lastIdx="0" clrIdx="260"/>
  <p:cmAuthor id="262" name="未知的使用者125" initials="" lastIdx="0" clrIdx="261"/>
  <p:cmAuthor id="263" name="Sara Chen" initials="" lastIdx="0" clrIdx="262"/>
  <p:cmAuthor id="264" name="huang gerrard" initials="" lastIdx="0" clrIdx="263"/>
  <p:cmAuthor id="265" name="未知用户170" initials="" lastIdx="0" clrIdx="264"/>
  <p:cmAuthor id="266" name="未知用户171" initials="" lastIdx="0" clrIdx="265"/>
  <p:cmAuthor id="267" name="未知用户172" initials="" lastIdx="0" clrIdx="266"/>
  <p:cmAuthor id="268" name="未知用户173" initials="" lastIdx="0" clrIdx="267"/>
  <p:cmAuthor id="269" name="未知用户149" initials="" lastIdx="0" clrIdx="268"/>
  <p:cmAuthor id="270" name="未知用户150" initials="" lastIdx="0" clrIdx="269"/>
  <p:cmAuthor id="271" name="未知用户151" initials="" lastIdx="0" clrIdx="270"/>
  <p:cmAuthor id="272" name="未知用户152" initials="" lastIdx="0" clrIdx="271"/>
  <p:cmAuthor id="273" name="未知用户153" initials="" lastIdx="0" clrIdx="272"/>
  <p:cmAuthor id="274" name="未知用户154" initials="" lastIdx="0" clrIdx="273"/>
  <p:cmAuthor id="275" name="未知用户155" initials="" lastIdx="0" clrIdx="274"/>
  <p:cmAuthor id="276" name="未知用户41" initials="" lastIdx="0" clrIdx="275"/>
  <p:cmAuthor id="277" name="未知用户44" initials="" lastIdx="0" clrIdx="276"/>
  <p:cmAuthor id="278" name="未知用户45" initials="" lastIdx="0" clrIdx="277"/>
  <p:cmAuthor id="279" name="未知用户156" initials="" lastIdx="0" clrIdx="278"/>
  <p:cmAuthor id="280" name="未知用户64" initials="" lastIdx="0" clrIdx="279"/>
  <p:cmAuthor id="281" name="未知用户65" initials="" lastIdx="0" clrIdx="280"/>
  <p:cmAuthor id="282" name="未知用户68" initials="" lastIdx="0" clrIdx="281"/>
  <p:cmAuthor id="283" name="未知用户69" initials="" lastIdx="0" clrIdx="282"/>
  <p:cmAuthor id="284" name="未知用户70" initials="" lastIdx="0" clrIdx="283"/>
  <p:cmAuthor id="285" name="未知用户71" initials="" lastIdx="0" clrIdx="284"/>
  <p:cmAuthor id="286" name="未知用户72" initials="" lastIdx="0" clrIdx="285"/>
  <p:cmAuthor id="287" name="未知用户73" initials="" lastIdx="0" clrIdx="286"/>
  <p:cmAuthor id="288" name="未知用户49" initials="" lastIdx="0" clrIdx="287"/>
  <p:cmAuthor id="289" name="未知用户50" initials="" lastIdx="0" clrIdx="288"/>
  <p:cmAuthor id="290" name="未知用户52" initials="" lastIdx="0" clrIdx="289"/>
  <p:cmAuthor id="291" name="MA15" initials="" lastIdx="0" clrIdx="290"/>
  <p:cmAuthor id="292" name="未知用户53" initials="" lastIdx="0" clrIdx="291"/>
  <p:cmAuthor id="293" name="未知用户96" initials="" lastIdx="0" clrIdx="292"/>
  <p:cmAuthor id="294" name="未知用户48" initials="" lastIdx="0" clrIdx="293"/>
  <p:cmAuthor id="295" name="未知用户97" initials="" lastIdx="0" clrIdx="294"/>
  <p:cmAuthor id="296" name="未知用户40" initials="" lastIdx="0" clrIdx="295"/>
  <p:cmAuthor id="297" name="未知用户43" initials="" lastIdx="0" clrIdx="296"/>
  <p:cmAuthor id="298" name="未知用户100" initials="" lastIdx="0" clrIdx="297"/>
  <p:cmAuthor id="299" name="未知用户101" initials="" lastIdx="0" clrIdx="298"/>
  <p:cmAuthor id="300" name="未知用户26" initials="" lastIdx="0" clrIdx="299"/>
  <p:cmAuthor id="301" name="未知用户29" initials="" lastIdx="0" clrIdx="300"/>
  <p:cmAuthor id="302" name="未知用户32" initials="" lastIdx="0" clrIdx="301"/>
  <p:cmAuthor id="303" name="未知用户33" initials="" lastIdx="0" clrIdx="302"/>
  <p:cmAuthor id="304" name="未知用户34" initials="" lastIdx="0" clrIdx="303"/>
  <p:cmAuthor id="305" name="未知用户42" initials="" lastIdx="0" clrIdx="304"/>
  <p:cmAuthor id="306" name="未知的使用者109" initials="" lastIdx="0" clrIdx="30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D051"/>
    <a:srgbClr val="225FD1"/>
    <a:srgbClr val="379DFF"/>
    <a:srgbClr val="1F80B4"/>
    <a:srgbClr val="F889A3"/>
    <a:srgbClr val="FF9800"/>
    <a:srgbClr val="F8A212"/>
    <a:srgbClr val="FF6F18"/>
    <a:srgbClr val="5E7A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43" y="62"/>
      </p:cViewPr>
      <p:guideLst>
        <p:guide orient="horz" pos="2110"/>
        <p:guide pos="395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notesMaster" Target="notesMasters/notesMaster1.xml"/><Relationship Id="rId52" Type="http://schemas.openxmlformats.org/officeDocument/2006/relationships/commentAuthors" Target="commentAuthors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Cover. 38-slide proposal for Guoyuan Securities. POMS = Portfolio &amp; Order Management System. ~60 min +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Situation. Guoyuan prop trading grew 4x in 4 years. Three forcing functions: regulatory (15th 5-year plan), competitive (Huatai/PA already deep), compliance (IFRS9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Five capability gaps. Each represents a strategic constraint on the 100B AUM. L1→L4 maturity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Gap 1: Portfolio management. Currently need 3 systems to see full picture. POMS unifies 8 asset classes.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Gap 2+3: Computing speed. T+1 risk is a fundamental blocker for relative value strategies.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Gap 4: Risk control. 924 event Sep 24 2024 is the real industry proof point. 1.2B difference in one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Gap 5+6: Connectivity and leadership. Research-to-trade gap is a daily value leakage. Xinchuang (信创) window is closing.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Vendor matrix. Archforce is the only domestic vendor covering both FICC and buy-side portfolio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 irreplaceable advantages. The key differentiator: only domestic vendor with both FICC sell-side AND buy-side portfolio management DNA.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 now: 3 forcing functions converging. IFRS9 is a hard deadline. 18-month catch-up vs 3-5 years competitors spent.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5 engines architecture. POMS = business intelligence layer on top of IBOR data foundation. 4-directional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4.4.1 opener: 10 core capabilities. Next 12 slides deep-dive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4.4.1.1: Factor-driven portfolio construction. 2200+ risk factors. SAA→TAA linkage.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4.4.1.2: Unified position model. 8 asset classes. Multi-level portfolio tree. T+0 real-time.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4.4.1.3: QP optimization engine. 500+ constraints, millisecond solve. 5-10bp per rebalancing saved.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4.4.1.4: Cross-asset correlation + Shadow Portfolio. Real-time correlation matrix, 100+ virtual portfolios.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4.4.1.5: Campisi 2.0 fixed income attribution. 5 effects. Real example with 21.8bp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4.4.1.6: Brinson attribution for equity/fund. 3-layer decomposition. Fund-of-funds penetration.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4.4.1.7: Factor risk decomposition + MCTR. From knowing total VaR to knowing each position's risk budget consumption.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4.4.1.8: Component VaR. 4-layer penetration. 3 VaR methods cross-validate.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4.4.1.9: Sensitivity analysis. Real-time DV01/CS01/Delta dashboard. Shock grid for scenario 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4.4.1.10: Scenario analysis + stress testing. 3 layers. 924 event: 1.2B difference with/without POMS.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4.4.1.11: Liquidity risk management. Almgren-Chriss model. LVaR. Liquidation timeline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4.4.1.12: Derivatives hedging matrix. Decision engine. 7 tool types. One-click hedge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Engine 2: High-performance computing. Self-developed pricing to replace Bloomberg. 20M pricings/day.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Engine 3: Quant strategy. Relative value tools, multi-timeframe signals, backtesting. 1000-2000M/yr alpha.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Engine 4: Event-driven risk control. CEP 100K+ events/sec. 5000+ compliance rules. Pre-trade checking.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Engine 5: Order and execution management. Full lifecycle from research signal to execution to attribution.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3-phase 18-month roadmap. Phase 1: data integration + portfolio visibility in 6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Phase 1 lighthouse effect. Day-in-the-life comparison shows concrete daily value to investment managers.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Risk register. 7 key risks with mitigation. Data integration and performance are the highest priority.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Governance structure. 7-milestone timeline. Biweekly sprints. Quarterly steering committee.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Value dashboard. Three pillars: earn more / lose less / spend less. 1-1.8B annual direct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924 War Room case study. 1.2B difference in one day. Real industry event Sep 24 2024.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Cost of inaction. 3-year waterfall. 3.3-8B including extreme event. Irreversible strategic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KPI scorecard. 12 measurable metrics. Phase-by-phase validation against each KPI.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Next steps: 3 decisions. Phase 1 kickoff, technical deep-dive, business rep workshop.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Closing. POMS = investment in investment capability. Not IT project. 1-1.8B annual direct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tags" Target="../tags/tag45.xml"/><Relationship Id="rId3" Type="http://schemas.openxmlformats.org/officeDocument/2006/relationships/tags" Target="../tags/tag46.xml"/><Relationship Id="rId4" Type="http://schemas.openxmlformats.org/officeDocument/2006/relationships/slideMaster" Target="../slideMasters/slideMaster1.xml"/><Relationship Id="rId5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47.xml"/><Relationship Id="rId2" Type="http://schemas.openxmlformats.org/officeDocument/2006/relationships/tags" Target="../tags/tag48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tags" Target="../tags/tag50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51.xml"/><Relationship Id="rId2" Type="http://schemas.openxmlformats.org/officeDocument/2006/relationships/tags" Target="../tags/tag52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56.xml"/><Relationship Id="rId2" Type="http://schemas.openxmlformats.org/officeDocument/2006/relationships/tags" Target="../tags/tag57.xml"/><Relationship Id="rId3" Type="http://schemas.openxmlformats.org/officeDocument/2006/relationships/tags" Target="../tags/tag58.xml"/><Relationship Id="rId4" Type="http://schemas.openxmlformats.org/officeDocument/2006/relationships/slideMaster" Target="../slideMasters/slideMaster1.xml"/><Relationship Id="rId5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59.xml"/><Relationship Id="rId2" Type="http://schemas.openxmlformats.org/officeDocument/2006/relationships/tags" Target="../tags/tag60.xml"/><Relationship Id="rId3" Type="http://schemas.openxmlformats.org/officeDocument/2006/relationships/tags" Target="../tags/tag61.xml"/><Relationship Id="rId4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62.xml"/><Relationship Id="rId2" Type="http://schemas.openxmlformats.org/officeDocument/2006/relationships/tags" Target="../tags/tag63.xml"/><Relationship Id="rId3" Type="http://schemas.openxmlformats.org/officeDocument/2006/relationships/tags" Target="../tags/tag64.xml"/><Relationship Id="rId4" Type="http://schemas.openxmlformats.org/officeDocument/2006/relationships/slideMaster" Target="../slideMasters/slideMaster1.xml"/><Relationship Id="rId5" Type="http://schemas.openxmlformats.org/officeDocument/2006/relationships/image" Target="../media/image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65.xml"/><Relationship Id="rId2" Type="http://schemas.openxmlformats.org/officeDocument/2006/relationships/tags" Target="../tags/tag66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7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tags" Target="../tags/tag68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7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104.xml"/><Relationship Id="rId2" Type="http://schemas.openxmlformats.org/officeDocument/2006/relationships/tags" Target="../tags/tag105.xml"/><Relationship Id="rId3" Type="http://schemas.openxmlformats.org/officeDocument/2006/relationships/tags" Target="../tags/tag106.xml"/><Relationship Id="rId4" Type="http://schemas.openxmlformats.org/officeDocument/2006/relationships/tags" Target="../tags/tag107.xml"/><Relationship Id="rId5" Type="http://schemas.openxmlformats.org/officeDocument/2006/relationships/tags" Target="../tags/tag108.xml"/><Relationship Id="rId6" Type="http://schemas.openxmlformats.org/officeDocument/2006/relationships/tags" Target="../tags/tag109.xml"/><Relationship Id="rId7" Type="http://schemas.openxmlformats.org/officeDocument/2006/relationships/tags" Target="../tags/tag110.xml"/><Relationship Id="rId8" Type="http://schemas.openxmlformats.org/officeDocument/2006/relationships/tags" Target="../tags/tag111.xml"/><Relationship Id="rId9" Type="http://schemas.openxmlformats.org/officeDocument/2006/relationships/tags" Target="../tags/tag112.xml"/><Relationship Id="rId10" Type="http://schemas.openxmlformats.org/officeDocument/2006/relationships/slideMaster" Target="../slideMasters/slideMaster2.xml"/><Relationship Id="rId11" Type="http://schemas.openxmlformats.org/officeDocument/2006/relationships/image" Target="../media/image10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tags" Target="../tags/tag113.xml"/><Relationship Id="rId2" Type="http://schemas.openxmlformats.org/officeDocument/2006/relationships/tags" Target="../tags/tag114.xml"/><Relationship Id="rId3" Type="http://schemas.openxmlformats.org/officeDocument/2006/relationships/slideMaster" Target="../slideMasters/slideMaster2.xml"/><Relationship Id="rId4" Type="http://schemas.openxmlformats.org/officeDocument/2006/relationships/image" Target="../media/image12.png"/><Relationship Id="rId5" Type="http://schemas.openxmlformats.org/officeDocument/2006/relationships/image" Target="../media/image3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tags" Target="../tags/tag115.xml"/><Relationship Id="rId2" Type="http://schemas.openxmlformats.org/officeDocument/2006/relationships/tags" Target="../tags/tag116.xml"/><Relationship Id="rId3" Type="http://schemas.openxmlformats.org/officeDocument/2006/relationships/tags" Target="../tags/tag117.xml"/><Relationship Id="rId4" Type="http://schemas.openxmlformats.org/officeDocument/2006/relationships/slideMaster" Target="../slideMasters/slideMaster2.xml"/><Relationship Id="rId5" Type="http://schemas.openxmlformats.org/officeDocument/2006/relationships/image" Target="../media/image3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tags" Target="../tags/tag118.xml"/><Relationship Id="rId2" Type="http://schemas.openxmlformats.org/officeDocument/2006/relationships/slideMaster" Target="../slideMasters/slideMaster2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tags" Target="../tags/tag119.xml"/><Relationship Id="rId2" Type="http://schemas.openxmlformats.org/officeDocument/2006/relationships/tags" Target="../tags/tag120.xml"/><Relationship Id="rId3" Type="http://schemas.openxmlformats.org/officeDocument/2006/relationships/slideMaster" Target="../slideMasters/slideMaster2.xml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tags" Target="../tags/tag121.xml"/><Relationship Id="rId2" Type="http://schemas.openxmlformats.org/officeDocument/2006/relationships/tags" Target="../tags/tag122.xml"/><Relationship Id="rId3" Type="http://schemas.openxmlformats.org/officeDocument/2006/relationships/slideMaster" Target="../slideMasters/slideMaster2.xml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7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tags" Target="../tags/tag161.xml"/><Relationship Id="rId2" Type="http://schemas.openxmlformats.org/officeDocument/2006/relationships/slideMaster" Target="../slideMasters/slideMaster3.xml"/><Relationship Id="rId3" Type="http://schemas.openxmlformats.org/officeDocument/2006/relationships/image" Target="../media/image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tags" Target="../tags/tag162.xml"/><Relationship Id="rId2" Type="http://schemas.openxmlformats.org/officeDocument/2006/relationships/tags" Target="../tags/tag163.xml"/><Relationship Id="rId3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tags" Target="../tags/tag164.xml"/><Relationship Id="rId2" Type="http://schemas.openxmlformats.org/officeDocument/2006/relationships/tags" Target="../tags/tag165.xml"/><Relationship Id="rId3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tags" Target="../tags/tag166.xml"/><Relationship Id="rId2" Type="http://schemas.openxmlformats.org/officeDocument/2006/relationships/tags" Target="../tags/tag167.xml"/><Relationship Id="rId3" Type="http://schemas.openxmlformats.org/officeDocument/2006/relationships/tags" Target="../tags/tag168.xml"/><Relationship Id="rId4" Type="http://schemas.openxmlformats.org/officeDocument/2006/relationships/slideMaster" Target="../slideMasters/slideMaster3.xml"/><Relationship Id="rId5" Type="http://schemas.openxmlformats.org/officeDocument/2006/relationships/image" Target="../media/image3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tags" Target="../tags/tag169.xml"/><Relationship Id="rId2" Type="http://schemas.openxmlformats.org/officeDocument/2006/relationships/tags" Target="../tags/tag170.xml"/><Relationship Id="rId3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tags" Target="../tags/tag171.xml"/><Relationship Id="rId2" Type="http://schemas.openxmlformats.org/officeDocument/2006/relationships/tags" Target="../tags/tag172.xml"/><Relationship Id="rId3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tags" Target="../tags/tag173.xml"/><Relationship Id="rId2" Type="http://schemas.openxmlformats.org/officeDocument/2006/relationships/tags" Target="../tags/tag174.xml"/><Relationship Id="rId3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tags" Target="../tags/tag175.xml"/><Relationship Id="rId2" Type="http://schemas.openxmlformats.org/officeDocument/2006/relationships/tags" Target="../tags/tag176.xml"/><Relationship Id="rId3" Type="http://schemas.openxmlformats.org/officeDocument/2006/relationships/tags" Target="../tags/tag177.xml"/><Relationship Id="rId4" Type="http://schemas.openxmlformats.org/officeDocument/2006/relationships/slideMaster" Target="../slideMasters/slideMaster3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tags" Target="../tags/tag178.xml"/><Relationship Id="rId2" Type="http://schemas.openxmlformats.org/officeDocument/2006/relationships/tags" Target="../tags/tag179.xml"/><Relationship Id="rId3" Type="http://schemas.openxmlformats.org/officeDocument/2006/relationships/tags" Target="../tags/tag180.xml"/><Relationship Id="rId4" Type="http://schemas.openxmlformats.org/officeDocument/2006/relationships/slideMaster" Target="../slideMasters/slideMaster3.xml"/><Relationship Id="rId5" Type="http://schemas.openxmlformats.org/officeDocument/2006/relationships/image" Target="../media/image3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tags" Target="../tags/tag181.xml"/><Relationship Id="rId2" Type="http://schemas.openxmlformats.org/officeDocument/2006/relationships/tags" Target="../tags/tag182.xml"/><Relationship Id="rId3" Type="http://schemas.openxmlformats.org/officeDocument/2006/relationships/tags" Target="../tags/tag183.xml"/><Relationship Id="rId4" Type="http://schemas.openxmlformats.org/officeDocument/2006/relationships/slideMaster" Target="../slideMasters/slideMaster3.xml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tags" Target="../tags/tag184.xml"/><Relationship Id="rId2" Type="http://schemas.openxmlformats.org/officeDocument/2006/relationships/tags" Target="../tags/tag185.xml"/><Relationship Id="rId3" Type="http://schemas.openxmlformats.org/officeDocument/2006/relationships/tags" Target="../tags/tag186.xml"/><Relationship Id="rId4" Type="http://schemas.openxmlformats.org/officeDocument/2006/relationships/slideMaster" Target="../slideMasters/slideMaster3.xml"/><Relationship Id="rId5" Type="http://schemas.openxmlformats.org/officeDocument/2006/relationships/image" Target="../media/image4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tags" Target="../tags/tag187.xml"/><Relationship Id="rId2" Type="http://schemas.openxmlformats.org/officeDocument/2006/relationships/tags" Target="../tags/tag188.xml"/><Relationship Id="rId3" Type="http://schemas.openxmlformats.org/officeDocument/2006/relationships/slideMaster" Target="../slideMasters/slideMaster3.xml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7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tags" Target="../tags/tag227.xml"/><Relationship Id="rId2" Type="http://schemas.openxmlformats.org/officeDocument/2006/relationships/slideMaster" Target="../slideMasters/slideMaster4.xml"/><Relationship Id="rId3" Type="http://schemas.openxmlformats.org/officeDocument/2006/relationships/image" Target="../media/image2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tags" Target="../tags/tag228.xml"/><Relationship Id="rId2" Type="http://schemas.openxmlformats.org/officeDocument/2006/relationships/tags" Target="../tags/tag229.xml"/><Relationship Id="rId3" Type="http://schemas.openxmlformats.org/officeDocument/2006/relationships/slideMaster" Target="../slideMasters/slideMaster4.xml"/><Relationship Id="rId4" Type="http://schemas.openxmlformats.org/officeDocument/2006/relationships/image" Target="../media/image3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tags" Target="../tags/tag230.xml"/><Relationship Id="rId2" Type="http://schemas.openxmlformats.org/officeDocument/2006/relationships/tags" Target="../tags/tag231.xml"/><Relationship Id="rId3" Type="http://schemas.openxmlformats.org/officeDocument/2006/relationships/slideMaster" Target="../slideMasters/slideMaster4.xml"/><Relationship Id="rId4" Type="http://schemas.openxmlformats.org/officeDocument/2006/relationships/image" Target="../media/image3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tags" Target="../tags/tag232.xml"/><Relationship Id="rId2" Type="http://schemas.openxmlformats.org/officeDocument/2006/relationships/tags" Target="../tags/tag233.xml"/><Relationship Id="rId3" Type="http://schemas.openxmlformats.org/officeDocument/2006/relationships/tags" Target="../tags/tag234.xml"/><Relationship Id="rId4" Type="http://schemas.openxmlformats.org/officeDocument/2006/relationships/slideMaster" Target="../slideMasters/slideMaster4.xml"/><Relationship Id="rId5" Type="http://schemas.openxmlformats.org/officeDocument/2006/relationships/image" Target="../media/image3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tags" Target="../tags/tag235.xml"/><Relationship Id="rId2" Type="http://schemas.openxmlformats.org/officeDocument/2006/relationships/tags" Target="../tags/tag236.xml"/><Relationship Id="rId3" Type="http://schemas.openxmlformats.org/officeDocument/2006/relationships/slideMaster" Target="../slideMasters/slideMaster4.xml"/><Relationship Id="rId4" Type="http://schemas.openxmlformats.org/officeDocument/2006/relationships/image" Target="../media/image4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tags" Target="../tags/tag237.xml"/><Relationship Id="rId2" Type="http://schemas.openxmlformats.org/officeDocument/2006/relationships/tags" Target="../tags/tag238.xml"/><Relationship Id="rId3" Type="http://schemas.openxmlformats.org/officeDocument/2006/relationships/slideMaster" Target="../slideMasters/slideMaster4.xml"/><Relationship Id="rId4" Type="http://schemas.openxmlformats.org/officeDocument/2006/relationships/image" Target="../media/image4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tags" Target="../tags/tag239.xml"/><Relationship Id="rId2" Type="http://schemas.openxmlformats.org/officeDocument/2006/relationships/tags" Target="../tags/tag240.xml"/><Relationship Id="rId3" Type="http://schemas.openxmlformats.org/officeDocument/2006/relationships/slideMaster" Target="../slideMasters/slideMaster4.xml"/><Relationship Id="rId4" Type="http://schemas.openxmlformats.org/officeDocument/2006/relationships/image" Target="../media/image3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tags" Target="../tags/tag241.xml"/><Relationship Id="rId2" Type="http://schemas.openxmlformats.org/officeDocument/2006/relationships/tags" Target="../tags/tag242.xml"/><Relationship Id="rId3" Type="http://schemas.openxmlformats.org/officeDocument/2006/relationships/tags" Target="../tags/tag243.xml"/><Relationship Id="rId4" Type="http://schemas.openxmlformats.org/officeDocument/2006/relationships/slideMaster" Target="../slideMasters/slideMaster4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tags" Target="../tags/tag244.xml"/><Relationship Id="rId2" Type="http://schemas.openxmlformats.org/officeDocument/2006/relationships/tags" Target="../tags/tag245.xml"/><Relationship Id="rId3" Type="http://schemas.openxmlformats.org/officeDocument/2006/relationships/tags" Target="../tags/tag246.xml"/><Relationship Id="rId4" Type="http://schemas.openxmlformats.org/officeDocument/2006/relationships/slideMaster" Target="../slideMasters/slideMaster4.xml"/><Relationship Id="rId5" Type="http://schemas.openxmlformats.org/officeDocument/2006/relationships/image" Target="../media/image3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tags" Target="../tags/tag247.xml"/><Relationship Id="rId2" Type="http://schemas.openxmlformats.org/officeDocument/2006/relationships/tags" Target="../tags/tag248.xml"/><Relationship Id="rId3" Type="http://schemas.openxmlformats.org/officeDocument/2006/relationships/tags" Target="../tags/tag249.xml"/><Relationship Id="rId4" Type="http://schemas.openxmlformats.org/officeDocument/2006/relationships/slideMaster" Target="../slideMasters/slideMaster4.xml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tags" Target="../tags/tag250.xml"/><Relationship Id="rId2" Type="http://schemas.openxmlformats.org/officeDocument/2006/relationships/tags" Target="../tags/tag251.xml"/><Relationship Id="rId3" Type="http://schemas.openxmlformats.org/officeDocument/2006/relationships/tags" Target="../tags/tag252.xml"/><Relationship Id="rId4" Type="http://schemas.openxmlformats.org/officeDocument/2006/relationships/slideMaster" Target="../slideMasters/slideMaster4.xml"/><Relationship Id="rId5" Type="http://schemas.openxmlformats.org/officeDocument/2006/relationships/image" Target="../media/image4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tags" Target="../tags/tag253.xml"/><Relationship Id="rId2" Type="http://schemas.openxmlformats.org/officeDocument/2006/relationships/tags" Target="../tags/tag254.xml"/><Relationship Id="rId3" Type="http://schemas.openxmlformats.org/officeDocument/2006/relationships/slideMaster" Target="../slideMasters/slideMaster4.xml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7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tags" Target="../tags/tag293.xml"/><Relationship Id="rId2" Type="http://schemas.openxmlformats.org/officeDocument/2006/relationships/slideMaster" Target="../slideMasters/slideMaster5.xml"/><Relationship Id="rId3" Type="http://schemas.openxmlformats.org/officeDocument/2006/relationships/image" Target="../media/image2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tags" Target="../tags/tag294.xml"/><Relationship Id="rId2" Type="http://schemas.openxmlformats.org/officeDocument/2006/relationships/tags" Target="../tags/tag295.xml"/><Relationship Id="rId3" Type="http://schemas.openxmlformats.org/officeDocument/2006/relationships/slideMaster" Target="../slideMasters/slideMaster5.xml"/><Relationship Id="rId4" Type="http://schemas.openxmlformats.org/officeDocument/2006/relationships/image" Target="../media/image3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tags" Target="../tags/tag296.xml"/><Relationship Id="rId2" Type="http://schemas.openxmlformats.org/officeDocument/2006/relationships/tags" Target="../tags/tag297.xml"/><Relationship Id="rId3" Type="http://schemas.openxmlformats.org/officeDocument/2006/relationships/slideMaster" Target="../slideMasters/slideMaster5.xml"/><Relationship Id="rId4" Type="http://schemas.openxmlformats.org/officeDocument/2006/relationships/image" Target="../media/image3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tags" Target="../tags/tag298.xml"/><Relationship Id="rId2" Type="http://schemas.openxmlformats.org/officeDocument/2006/relationships/tags" Target="../tags/tag299.xml"/><Relationship Id="rId3" Type="http://schemas.openxmlformats.org/officeDocument/2006/relationships/tags" Target="../tags/tag300.xml"/><Relationship Id="rId4" Type="http://schemas.openxmlformats.org/officeDocument/2006/relationships/slideMaster" Target="../slideMasters/slideMaster5.xml"/><Relationship Id="rId5" Type="http://schemas.openxmlformats.org/officeDocument/2006/relationships/image" Target="../media/image3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tags" Target="../tags/tag301.xml"/><Relationship Id="rId2" Type="http://schemas.openxmlformats.org/officeDocument/2006/relationships/tags" Target="../tags/tag302.xml"/><Relationship Id="rId3" Type="http://schemas.openxmlformats.org/officeDocument/2006/relationships/slideMaster" Target="../slideMasters/slideMaster5.xml"/><Relationship Id="rId4" Type="http://schemas.openxmlformats.org/officeDocument/2006/relationships/image" Target="../media/image4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tags" Target="../tags/tag303.xml"/><Relationship Id="rId2" Type="http://schemas.openxmlformats.org/officeDocument/2006/relationships/tags" Target="../tags/tag304.xml"/><Relationship Id="rId3" Type="http://schemas.openxmlformats.org/officeDocument/2006/relationships/slideMaster" Target="../slideMasters/slideMaster5.xml"/><Relationship Id="rId4" Type="http://schemas.openxmlformats.org/officeDocument/2006/relationships/image" Target="../media/image4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tags" Target="../tags/tag305.xml"/><Relationship Id="rId2" Type="http://schemas.openxmlformats.org/officeDocument/2006/relationships/tags" Target="../tags/tag306.xml"/><Relationship Id="rId3" Type="http://schemas.openxmlformats.org/officeDocument/2006/relationships/slideMaster" Target="../slideMasters/slideMaster5.xml"/><Relationship Id="rId4" Type="http://schemas.openxmlformats.org/officeDocument/2006/relationships/image" Target="../media/image3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tags" Target="../tags/tag307.xml"/><Relationship Id="rId2" Type="http://schemas.openxmlformats.org/officeDocument/2006/relationships/tags" Target="../tags/tag308.xml"/><Relationship Id="rId3" Type="http://schemas.openxmlformats.org/officeDocument/2006/relationships/tags" Target="../tags/tag309.xml"/><Relationship Id="rId4" Type="http://schemas.openxmlformats.org/officeDocument/2006/relationships/slideMaster" Target="../slideMasters/slideMaster5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tags" Target="../tags/tag310.xml"/><Relationship Id="rId2" Type="http://schemas.openxmlformats.org/officeDocument/2006/relationships/tags" Target="../tags/tag311.xml"/><Relationship Id="rId3" Type="http://schemas.openxmlformats.org/officeDocument/2006/relationships/tags" Target="../tags/tag312.xml"/><Relationship Id="rId4" Type="http://schemas.openxmlformats.org/officeDocument/2006/relationships/slideMaster" Target="../slideMasters/slideMaster5.xml"/><Relationship Id="rId5" Type="http://schemas.openxmlformats.org/officeDocument/2006/relationships/image" Target="../media/image3.pn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tags" Target="../tags/tag313.xml"/><Relationship Id="rId2" Type="http://schemas.openxmlformats.org/officeDocument/2006/relationships/tags" Target="../tags/tag314.xml"/><Relationship Id="rId3" Type="http://schemas.openxmlformats.org/officeDocument/2006/relationships/tags" Target="../tags/tag315.xml"/><Relationship Id="rId4" Type="http://schemas.openxmlformats.org/officeDocument/2006/relationships/slideMaster" Target="../slideMasters/slideMaster5.xml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tags" Target="../tags/tag316.xml"/><Relationship Id="rId2" Type="http://schemas.openxmlformats.org/officeDocument/2006/relationships/tags" Target="../tags/tag317.xml"/><Relationship Id="rId3" Type="http://schemas.openxmlformats.org/officeDocument/2006/relationships/tags" Target="../tags/tag318.xml"/><Relationship Id="rId4" Type="http://schemas.openxmlformats.org/officeDocument/2006/relationships/slideMaster" Target="../slideMasters/slideMaster5.xml"/><Relationship Id="rId5" Type="http://schemas.openxmlformats.org/officeDocument/2006/relationships/image" Target="../media/image4.pn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8.pn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pn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5.pn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5.pn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5.pn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5.pn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tags" Target="../tags/tag354.xml"/><Relationship Id="rId2" Type="http://schemas.openxmlformats.org/officeDocument/2006/relationships/tags" Target="../tags/tag355.xml"/><Relationship Id="rId3" Type="http://schemas.openxmlformats.org/officeDocument/2006/relationships/tags" Target="../tags/tag356.xml"/><Relationship Id="rId4" Type="http://schemas.openxmlformats.org/officeDocument/2006/relationships/tags" Target="../tags/tag357.xml"/><Relationship Id="rId5" Type="http://schemas.openxmlformats.org/officeDocument/2006/relationships/tags" Target="../tags/tag358.xml"/><Relationship Id="rId6" Type="http://schemas.openxmlformats.org/officeDocument/2006/relationships/tags" Target="../tags/tag359.xml"/><Relationship Id="rId7" Type="http://schemas.openxmlformats.org/officeDocument/2006/relationships/tags" Target="../tags/tag360.xml"/><Relationship Id="rId8" Type="http://schemas.openxmlformats.org/officeDocument/2006/relationships/tags" Target="../tags/tag361.xml"/><Relationship Id="rId9" Type="http://schemas.openxmlformats.org/officeDocument/2006/relationships/tags" Target="../tags/tag362.xml"/><Relationship Id="rId10" Type="http://schemas.openxmlformats.org/officeDocument/2006/relationships/slideMaster" Target="../slideMasters/slideMaster6.xml"/><Relationship Id="rId11" Type="http://schemas.openxmlformats.org/officeDocument/2006/relationships/image" Target="../media/image10.pn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1.png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1.png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1.pn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tags" Target="../tags/tag363.xml"/><Relationship Id="rId2" Type="http://schemas.openxmlformats.org/officeDocument/2006/relationships/tags" Target="../tags/tag364.xml"/><Relationship Id="rId3" Type="http://schemas.openxmlformats.org/officeDocument/2006/relationships/slideMaster" Target="../slideMasters/slideMaster6.xml"/><Relationship Id="rId4" Type="http://schemas.openxmlformats.org/officeDocument/2006/relationships/image" Target="../media/image12.png"/><Relationship Id="rId5" Type="http://schemas.openxmlformats.org/officeDocument/2006/relationships/image" Target="../media/image3.png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tags" Target="../tags/tag365.xml"/><Relationship Id="rId2" Type="http://schemas.openxmlformats.org/officeDocument/2006/relationships/tags" Target="../tags/tag366.xml"/><Relationship Id="rId3" Type="http://schemas.openxmlformats.org/officeDocument/2006/relationships/tags" Target="../tags/tag367.xml"/><Relationship Id="rId4" Type="http://schemas.openxmlformats.org/officeDocument/2006/relationships/slideMaster" Target="../slideMasters/slideMaster6.xml"/><Relationship Id="rId5" Type="http://schemas.openxmlformats.org/officeDocument/2006/relationships/image" Target="../media/image3.png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tags" Target="../tags/tag368.xml"/><Relationship Id="rId2" Type="http://schemas.openxmlformats.org/officeDocument/2006/relationships/slideMaster" Target="../slideMasters/slideMaster6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tags" Target="../tags/tag369.xml"/><Relationship Id="rId2" Type="http://schemas.openxmlformats.org/officeDocument/2006/relationships/tags" Target="../tags/tag370.xml"/><Relationship Id="rId3" Type="http://schemas.openxmlformats.org/officeDocument/2006/relationships/slideMaster" Target="../slideMasters/slideMaster6.xml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tags" Target="../tags/tag371.xml"/><Relationship Id="rId2" Type="http://schemas.openxmlformats.org/officeDocument/2006/relationships/tags" Target="../tags/tag372.xml"/><Relationship Id="rId3" Type="http://schemas.openxmlformats.org/officeDocument/2006/relationships/slideMaster" Target="../slideMasters/slideMaster6.xml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7.png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tags" Target="../tags/tag411.xml"/><Relationship Id="rId2" Type="http://schemas.openxmlformats.org/officeDocument/2006/relationships/slideMaster" Target="../slideMasters/slideMaster7.xml"/><Relationship Id="rId3" Type="http://schemas.openxmlformats.org/officeDocument/2006/relationships/image" Target="../media/image2.png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tags" Target="../tags/tag412.xml"/><Relationship Id="rId2" Type="http://schemas.openxmlformats.org/officeDocument/2006/relationships/tags" Target="../tags/tag413.xml"/><Relationship Id="rId3" Type="http://schemas.openxmlformats.org/officeDocument/2006/relationships/slideMaster" Target="../slideMasters/slideMaster7.xml"/><Relationship Id="rId4" Type="http://schemas.openxmlformats.org/officeDocument/2006/relationships/image" Target="../media/image3.png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tags" Target="../tags/tag414.xml"/><Relationship Id="rId2" Type="http://schemas.openxmlformats.org/officeDocument/2006/relationships/tags" Target="../tags/tag415.xml"/><Relationship Id="rId3" Type="http://schemas.openxmlformats.org/officeDocument/2006/relationships/slideMaster" Target="../slideMasters/slideMaster7.xml"/><Relationship Id="rId4" Type="http://schemas.openxmlformats.org/officeDocument/2006/relationships/image" Target="../media/image3.png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tags" Target="../tags/tag416.xml"/><Relationship Id="rId2" Type="http://schemas.openxmlformats.org/officeDocument/2006/relationships/tags" Target="../tags/tag417.xml"/><Relationship Id="rId3" Type="http://schemas.openxmlformats.org/officeDocument/2006/relationships/tags" Target="../tags/tag418.xml"/><Relationship Id="rId4" Type="http://schemas.openxmlformats.org/officeDocument/2006/relationships/slideMaster" Target="../slideMasters/slideMaster7.xml"/><Relationship Id="rId5" Type="http://schemas.openxmlformats.org/officeDocument/2006/relationships/image" Target="../media/image3.png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tags" Target="../tags/tag419.xml"/><Relationship Id="rId2" Type="http://schemas.openxmlformats.org/officeDocument/2006/relationships/tags" Target="../tags/tag420.xml"/><Relationship Id="rId3" Type="http://schemas.openxmlformats.org/officeDocument/2006/relationships/slideMaster" Target="../slideMasters/slideMaster7.xml"/><Relationship Id="rId4" Type="http://schemas.openxmlformats.org/officeDocument/2006/relationships/image" Target="../media/image4.png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tags" Target="../tags/tag421.xml"/><Relationship Id="rId2" Type="http://schemas.openxmlformats.org/officeDocument/2006/relationships/tags" Target="../tags/tag422.xml"/><Relationship Id="rId3" Type="http://schemas.openxmlformats.org/officeDocument/2006/relationships/slideMaster" Target="../slideMasters/slideMaster7.xml"/><Relationship Id="rId4" Type="http://schemas.openxmlformats.org/officeDocument/2006/relationships/image" Target="../media/image4.png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5.png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tags" Target="../tags/tag423.xml"/><Relationship Id="rId2" Type="http://schemas.openxmlformats.org/officeDocument/2006/relationships/tags" Target="../tags/tag424.xml"/><Relationship Id="rId3" Type="http://schemas.openxmlformats.org/officeDocument/2006/relationships/slideMaster" Target="../slideMasters/slideMaster7.xml"/><Relationship Id="rId4" Type="http://schemas.openxmlformats.org/officeDocument/2006/relationships/image" Target="../media/image3.pn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tags" Target="../tags/tag425.xml"/><Relationship Id="rId2" Type="http://schemas.openxmlformats.org/officeDocument/2006/relationships/tags" Target="../tags/tag426.xml"/><Relationship Id="rId3" Type="http://schemas.openxmlformats.org/officeDocument/2006/relationships/tags" Target="../tags/tag427.xml"/><Relationship Id="rId4" Type="http://schemas.openxmlformats.org/officeDocument/2006/relationships/slideMaster" Target="../slideMasters/slideMaster7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3.png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tags" Target="../tags/tag428.xml"/><Relationship Id="rId2" Type="http://schemas.openxmlformats.org/officeDocument/2006/relationships/tags" Target="../tags/tag429.xml"/><Relationship Id="rId3" Type="http://schemas.openxmlformats.org/officeDocument/2006/relationships/tags" Target="../tags/tag430.xml"/><Relationship Id="rId4" Type="http://schemas.openxmlformats.org/officeDocument/2006/relationships/slideMaster" Target="../slideMasters/slideMaster7.xml"/><Relationship Id="rId5" Type="http://schemas.openxmlformats.org/officeDocument/2006/relationships/image" Target="../media/image3.png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tags" Target="../tags/tag431.xml"/><Relationship Id="rId2" Type="http://schemas.openxmlformats.org/officeDocument/2006/relationships/tags" Target="../tags/tag432.xml"/><Relationship Id="rId3" Type="http://schemas.openxmlformats.org/officeDocument/2006/relationships/tags" Target="../tags/tag433.xml"/><Relationship Id="rId4" Type="http://schemas.openxmlformats.org/officeDocument/2006/relationships/slideMaster" Target="../slideMasters/slideMaster7.xml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tags" Target="../tags/tag434.xml"/><Relationship Id="rId2" Type="http://schemas.openxmlformats.org/officeDocument/2006/relationships/tags" Target="../tags/tag435.xml"/><Relationship Id="rId3" Type="http://schemas.openxmlformats.org/officeDocument/2006/relationships/tags" Target="../tags/tag436.xml"/><Relationship Id="rId4" Type="http://schemas.openxmlformats.org/officeDocument/2006/relationships/slideMaster" Target="../slideMasters/slideMaster7.xml"/><Relationship Id="rId5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封面">
    <p:bg>
      <p:bgPr>
        <a:gradFill>
          <a:gsLst>
            <a:gs pos="0">
              <a:srgbClr val="285382"/>
            </a:gs>
            <a:gs pos="68000">
              <a:srgbClr val="072448"/>
            </a:gs>
          </a:gsLst>
          <a:lin ang="33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D:/华锐技术/01 公司品宣/华锐LOGO/华锐LOGO组合方式/华锐技术LOGO标准组合-横版中英文（文字反白）.png华锐技术LOGO标准组合-横版中英文（文字反白）"/>
          <p:cNvPicPr>
            <a:picLocks noChangeAspect="1"/>
          </p:cNvPicPr>
          <p:nvPr/>
        </p:nvPicPr>
        <p:blipFill>
          <a:blip r:embed="rId2" cstate="screen"/>
          <a:srcRect/>
          <a:stretch>
            <a:fillRect/>
          </a:stretch>
        </p:blipFill>
        <p:spPr>
          <a:xfrm>
            <a:off x="838869" y="600356"/>
            <a:ext cx="1603465" cy="3375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68200115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形状 14"/>
          <p:cNvSpPr/>
          <p:nvPr>
            <p:custDataLst>
              <p:tags r:id="rId1"/>
            </p:custDataLst>
          </p:nvPr>
        </p:nvSpPr>
        <p:spPr>
          <a:xfrm>
            <a:off x="1" y="1"/>
            <a:ext cx="4362405" cy="6858000"/>
          </a:xfrm>
          <a:custGeom>
            <a:avLst/>
            <a:gdLst>
              <a:gd name="connsiteX0" fmla="*/ 0 w 8724808"/>
              <a:gd name="connsiteY0" fmla="*/ 0 h 13716000"/>
              <a:gd name="connsiteX1" fmla="*/ 7113954 w 8724808"/>
              <a:gd name="connsiteY1" fmla="*/ 0 h 13716000"/>
              <a:gd name="connsiteX2" fmla="*/ 7228935 w 8724808"/>
              <a:gd name="connsiteY2" fmla="*/ 219261 h 13716000"/>
              <a:gd name="connsiteX3" fmla="*/ 8724808 w 8724808"/>
              <a:gd name="connsiteY3" fmla="*/ 6858000 h 13716000"/>
              <a:gd name="connsiteX4" fmla="*/ 7228935 w 8724808"/>
              <a:gd name="connsiteY4" fmla="*/ 13496738 h 13716000"/>
              <a:gd name="connsiteX5" fmla="*/ 7113953 w 8724808"/>
              <a:gd name="connsiteY5" fmla="*/ 13716000 h 13716000"/>
              <a:gd name="connsiteX6" fmla="*/ 0 w 8724808"/>
              <a:gd name="connsiteY6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24808" h="13716000">
                <a:moveTo>
                  <a:pt x="0" y="0"/>
                </a:moveTo>
                <a:lnTo>
                  <a:pt x="7113954" y="0"/>
                </a:lnTo>
                <a:lnTo>
                  <a:pt x="7228935" y="219261"/>
                </a:lnTo>
                <a:cubicBezTo>
                  <a:pt x="8169676" y="2081760"/>
                  <a:pt x="8724808" y="4376269"/>
                  <a:pt x="8724808" y="6858000"/>
                </a:cubicBezTo>
                <a:cubicBezTo>
                  <a:pt x="8724808" y="9339731"/>
                  <a:pt x="8169676" y="11634239"/>
                  <a:pt x="7228935" y="13496738"/>
                </a:cubicBezTo>
                <a:lnTo>
                  <a:pt x="7113953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2D477A"/>
              </a:gs>
              <a:gs pos="99000">
                <a:srgbClr val="042B5C"/>
              </a:gs>
            </a:gsLst>
            <a:lin ang="2700000" scaled="0"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fromWordArt="0" anchor="ctr" anchorCtr="0" forceAA="0" compatLnSpc="1">
            <a:noAutofit/>
          </a:bodyPr>
          <a:lstStyle/>
          <a:p>
            <a:pPr defTabSz="412750"/>
            <a:endParaRPr lang="zh-CN" altLang="en-US" sz="1600" b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  <a:sym typeface="Helvetica Neue Medium" panose="02000503000000020004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1108710" y="2403475"/>
            <a:ext cx="2145030" cy="1264920"/>
            <a:chOff x="1742" y="4076"/>
            <a:chExt cx="3378" cy="1992"/>
          </a:xfrm>
        </p:grpSpPr>
        <p:sp>
          <p:nvSpPr>
            <p:cNvPr id="2" name="îŝ1íḓe"/>
            <p:cNvSpPr/>
            <p:nvPr/>
          </p:nvSpPr>
          <p:spPr>
            <a:xfrm>
              <a:off x="1742" y="4076"/>
              <a:ext cx="3378" cy="1284"/>
            </a:xfrm>
            <a:prstGeom prst="rect">
              <a:avLst/>
            </a:prstGeom>
          </p:spPr>
          <p:txBody>
            <a:bodyPr wrap="square" lIns="91441" tIns="45720" rIns="91441" bIns="45720" anchor="ctr">
              <a:no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4400">
                <a:defRPr/>
              </a:pPr>
              <a:r>
                <a:rPr lang="zh-CN" altLang="en-US" sz="6000" dirty="0">
                  <a:solidFill>
                    <a:srgbClr val="FFFFFF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  <a:cs typeface="微软雅黑" panose="020B0503020204020204" pitchFamily="34" charset="-122"/>
                </a:rPr>
                <a:t>目录</a:t>
              </a:r>
            </a:p>
          </p:txBody>
        </p:sp>
        <p:sp>
          <p:nvSpPr>
            <p:cNvPr id="24" name="矩形 29"/>
            <p:cNvSpPr txBox="1"/>
            <p:nvPr/>
          </p:nvSpPr>
          <p:spPr>
            <a:xfrm>
              <a:off x="1954" y="5440"/>
              <a:ext cx="2648" cy="628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45720" rIns="45720">
              <a:spAutoFit/>
            </a:bodyPr>
            <a:lstStyle>
              <a:lvl1pPr>
                <a:defRPr sz="1600">
                  <a:solidFill>
                    <a:srgbClr val="1B2F48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</a:lstStyle>
            <a:p>
              <a:pPr algn="l"/>
              <a:r>
                <a:rPr sz="2000" b="0" i="0" dirty="0">
                  <a:solidFill>
                    <a:schemeClr val="bg1">
                      <a:alpha val="30000"/>
                    </a:scheme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Arial" panose="020B0604020202020204" pitchFamily="34" charset="0"/>
                </a:rPr>
                <a:t>CONTENT</a:t>
              </a:r>
              <a:r>
                <a:rPr lang="en-US" sz="2000" b="0" i="0" dirty="0">
                  <a:solidFill>
                    <a:schemeClr val="bg1">
                      <a:alpha val="30000"/>
                    </a:scheme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Arial" panose="020B0604020202020204" pitchFamily="34" charset="0"/>
                </a:rPr>
                <a:t>S</a:t>
              </a:r>
            </a:p>
          </p:txBody>
        </p:sp>
      </p:grpSp>
      <p:pic>
        <p:nvPicPr>
          <p:cNvPr id="8" name="图片 7" descr="组 12"/>
          <p:cNvPicPr>
            <a:picLocks noChangeAspect="1"/>
          </p:cNvPicPr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>
            <a:off x="336550" y="4083685"/>
            <a:ext cx="3495040" cy="1967230"/>
          </a:xfrm>
          <a:prstGeom prst="rect">
            <a:avLst/>
          </a:prstGeom>
          <a:effectLst>
            <a:reflection blurRad="6350" stA="70000" endA="300" endPos="55000" dist="1143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931667115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无标题_纯色内页-右上Logo">
    <p:bg>
      <p:bgPr>
        <a:solidFill>
          <a:srgbClr val="0D31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D:/华锐技术/01 公司品宣/华锐LOGO/华锐LOGO组合方式/华锐技术LOGO标准组合-横版中英文（文字反白）.png华锐技术LOGO标准组合-横版中英文（文字反白）"/>
          <p:cNvPicPr>
            <a:picLocks noChangeAspect="1"/>
          </p:cNvPicPr>
          <p:nvPr/>
        </p:nvPicPr>
        <p:blipFill>
          <a:blip r:embed="rId4" cstate="screen"/>
          <a:srcRect/>
          <a:stretch>
            <a:fillRect/>
          </a:stretch>
        </p:blipFill>
        <p:spPr>
          <a:xfrm>
            <a:off x="10679430" y="321310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标题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63880" y="253505"/>
            <a:ext cx="9954000" cy="522000"/>
          </a:xfrm>
        </p:spPr>
        <p:txBody>
          <a:bodyPr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</a:lstStyle>
          <a:p>
            <a:pPr lvl="0"/>
            <a:r>
              <a:rPr lang="en-US">
                <a:sym typeface="+mn-ea"/>
              </a:rPr>
              <a:t>Click to edit Master title style</a:t>
            </a:r>
            <a:endParaRPr dirty="0">
              <a:sym typeface="+mn-ea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0"/>
            <p:custDataLst>
              <p:tags r:id="rId2"/>
            </p:custDataLst>
          </p:nvPr>
        </p:nvSpPr>
        <p:spPr>
          <a:xfrm>
            <a:off x="563880" y="716208"/>
            <a:ext cx="9954260" cy="25560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kumimoji="0" lang="zh-CN" altLang="en-US" sz="1200" b="0" i="0" u="none" strike="noStrike" kern="1200" cap="none" spc="0" normalizeH="0" baseline="0" noProof="1" smtClean="0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85580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标题_纯色内页-右上Logo">
    <p:bg>
      <p:bgPr>
        <a:solidFill>
          <a:srgbClr val="0D31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D:/华锐技术/01 公司品宣/华锐LOGO/华锐LOGO组合方式/华锐技术LOGO标准组合-横版中英文（文字反白）.png华锐技术LOGO标准组合-横版中英文（文字反白）"/>
          <p:cNvPicPr>
            <a:picLocks noChangeAspect="1"/>
          </p:cNvPicPr>
          <p:nvPr/>
        </p:nvPicPr>
        <p:blipFill>
          <a:blip r:embed="rId4" cstate="screen"/>
          <a:srcRect/>
          <a:stretch>
            <a:fillRect/>
          </a:stretch>
        </p:blipFill>
        <p:spPr>
          <a:xfrm>
            <a:off x="10679430" y="321310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63880" y="253505"/>
            <a:ext cx="9954895" cy="521970"/>
          </a:xfrm>
        </p:spPr>
        <p:txBody>
          <a:bodyPr anchor="ctr" anchorCtr="0"/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cxnSp>
        <p:nvCxnSpPr>
          <p:cNvPr id="8" name="直线连接符 1"/>
          <p:cNvCxnSpPr/>
          <p:nvPr>
            <p:custDataLst>
              <p:tags r:id="rId2"/>
            </p:custDataLst>
          </p:nvPr>
        </p:nvCxnSpPr>
        <p:spPr>
          <a:xfrm>
            <a:off x="526415" y="332740"/>
            <a:ext cx="0" cy="410209"/>
          </a:xfrm>
          <a:prstGeom prst="line">
            <a:avLst/>
          </a:prstGeom>
          <a:ln w="63500">
            <a:gradFill>
              <a:gsLst>
                <a:gs pos="0">
                  <a:srgbClr val="F54D61"/>
                </a:gs>
                <a:gs pos="100000">
                  <a:srgbClr val="FF000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0122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英文标题_纯色内页-右上Logo">
    <p:bg>
      <p:bgPr>
        <a:solidFill>
          <a:srgbClr val="0D31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63880" y="253505"/>
            <a:ext cx="9954000" cy="522000"/>
          </a:xfrm>
        </p:spPr>
        <p:txBody>
          <a:bodyPr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</a:lstStyle>
          <a:p>
            <a:pPr lvl="0"/>
            <a:r>
              <a:rPr lang="en-US">
                <a:sym typeface="+mn-ea"/>
              </a:rPr>
              <a:t>Click to edit Master title style</a:t>
            </a:r>
            <a:endParaRPr dirty="0">
              <a:sym typeface="+mn-ea"/>
            </a:endParaRPr>
          </a:p>
        </p:txBody>
      </p:sp>
      <p:cxnSp>
        <p:nvCxnSpPr>
          <p:cNvPr id="4" name="直线连接符 1"/>
          <p:cNvCxnSpPr/>
          <p:nvPr>
            <p:custDataLst>
              <p:tags r:id="rId2"/>
            </p:custDataLst>
          </p:nvPr>
        </p:nvCxnSpPr>
        <p:spPr>
          <a:xfrm>
            <a:off x="526431" y="333197"/>
            <a:ext cx="0" cy="576000"/>
          </a:xfrm>
          <a:prstGeom prst="line">
            <a:avLst/>
          </a:prstGeom>
          <a:ln w="63500">
            <a:gradFill>
              <a:gsLst>
                <a:gs pos="0">
                  <a:srgbClr val="F54D61"/>
                </a:gs>
                <a:gs pos="100000">
                  <a:srgbClr val="FF000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占位符 1"/>
          <p:cNvSpPr>
            <a:spLocks noGrp="1"/>
          </p:cNvSpPr>
          <p:nvPr>
            <p:ph type="body" idx="10"/>
            <p:custDataLst>
              <p:tags r:id="rId3"/>
            </p:custDataLst>
          </p:nvPr>
        </p:nvSpPr>
        <p:spPr>
          <a:xfrm>
            <a:off x="563880" y="716208"/>
            <a:ext cx="9954260" cy="25560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kumimoji="0" lang="zh-CN" altLang="en-US" sz="1200" b="0" i="0" u="none" strike="noStrike" kern="1200" cap="none" spc="0" normalizeH="0" baseline="0" noProof="1" smtClean="0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pic>
        <p:nvPicPr>
          <p:cNvPr id="7" name="图片 6" descr="D:/华锐技术/01 公司品宣/华锐LOGO/华锐LOGO组合方式/华锐技术LOGO标准组合-横版中英文（文字反白）.png华锐技术LOGO标准组合-横版中英文（文字反白）"/>
          <p:cNvPicPr>
            <a:picLocks noChangeAspect="1"/>
          </p:cNvPicPr>
          <p:nvPr/>
        </p:nvPicPr>
        <p:blipFill>
          <a:blip r:embed="rId5" cstate="screen"/>
          <a:srcRect/>
          <a:stretch>
            <a:fillRect/>
          </a:stretch>
        </p:blipFill>
        <p:spPr>
          <a:xfrm>
            <a:off x="10679430" y="321310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84198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标题_纯白-右上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D:/华锐技术/01 公司品宣/华锐LOGO/华锐LOGO组合方式/华锐技术LOGO标准组合-横版中英文.png华锐技术LOGO标准组合-横版中英文"/>
          <p:cNvPicPr>
            <a:picLocks noChangeAspect="1"/>
          </p:cNvPicPr>
          <p:nvPr/>
        </p:nvPicPr>
        <p:blipFill>
          <a:blip r:embed="rId4" cstate="screen"/>
          <a:srcRect/>
          <a:stretch>
            <a:fillRect/>
          </a:stretch>
        </p:blipFill>
        <p:spPr>
          <a:xfrm>
            <a:off x="10679430" y="319772"/>
            <a:ext cx="1155600" cy="2432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63880" y="253505"/>
            <a:ext cx="9954000" cy="522000"/>
          </a:xfrm>
        </p:spPr>
        <p:txBody>
          <a:bodyPr anchor="ctr" anchorCtr="0"/>
          <a:lstStyle>
            <a:lvl1pPr>
              <a:lnSpc>
                <a:spcPct val="100000"/>
              </a:lnSpc>
              <a:defRPr sz="2800" b="1">
                <a:solidFill>
                  <a:srgbClr val="203864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cxnSp>
        <p:nvCxnSpPr>
          <p:cNvPr id="4" name="直线连接符 1"/>
          <p:cNvCxnSpPr/>
          <p:nvPr>
            <p:custDataLst>
              <p:tags r:id="rId2"/>
            </p:custDataLst>
          </p:nvPr>
        </p:nvCxnSpPr>
        <p:spPr>
          <a:xfrm>
            <a:off x="526415" y="332740"/>
            <a:ext cx="0" cy="410209"/>
          </a:xfrm>
          <a:prstGeom prst="line">
            <a:avLst/>
          </a:prstGeom>
          <a:ln w="63500">
            <a:gradFill>
              <a:gsLst>
                <a:gs pos="0">
                  <a:srgbClr val="F54D61"/>
                </a:gs>
                <a:gs pos="100000">
                  <a:srgbClr val="FF000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673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英文标题_纯白-右上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3880" y="252730"/>
            <a:ext cx="9954000" cy="522000"/>
          </a:xfrm>
        </p:spPr>
        <p:txBody>
          <a:bodyPr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smtClean="0">
                <a:solidFill>
                  <a:srgbClr val="203864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</a:lstStyle>
          <a:p>
            <a:pPr lvl="0"/>
            <a:r>
              <a:rPr lang="en-US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563880" y="715645"/>
            <a:ext cx="9954260" cy="25560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kumimoji="0" lang="zh-CN" altLang="en-US" sz="1200" b="0" i="0" u="none" strike="noStrike" kern="1200" cap="none" spc="0" normalizeH="0" baseline="0" noProof="1" smtClean="0">
                <a:solidFill>
                  <a:srgbClr val="939AB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cxnSp>
        <p:nvCxnSpPr>
          <p:cNvPr id="6" name="直线连接符 1"/>
          <p:cNvCxnSpPr/>
          <p:nvPr>
            <p:custDataLst>
              <p:tags r:id="rId1"/>
            </p:custDataLst>
          </p:nvPr>
        </p:nvCxnSpPr>
        <p:spPr>
          <a:xfrm>
            <a:off x="526431" y="331292"/>
            <a:ext cx="0" cy="576000"/>
          </a:xfrm>
          <a:prstGeom prst="line">
            <a:avLst/>
          </a:prstGeom>
          <a:ln w="63500">
            <a:gradFill>
              <a:gsLst>
                <a:gs pos="0">
                  <a:srgbClr val="F54D61"/>
                </a:gs>
                <a:gs pos="100000">
                  <a:srgbClr val="FF000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D:/华锐技术/01 公司品宣/华锐LOGO/华锐LOGO组合方式/华锐技术LOGO标准组合-横版中英文.png华锐技术LOGO标准组合-横版中英文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 cstate="screen"/>
          <a:srcRect/>
          <a:stretch>
            <a:fillRect/>
          </a:stretch>
        </p:blipFill>
        <p:spPr>
          <a:xfrm>
            <a:off x="10679430" y="319772"/>
            <a:ext cx="1155600" cy="243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300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纯色内页（旧版兼容）-右上Logo">
    <p:bg>
      <p:bgPr>
        <a:solidFill>
          <a:srgbClr val="0D31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0679430" y="318135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33779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中文标题_纯色内页_右上Logo">
    <p:bg>
      <p:bgPr>
        <a:solidFill>
          <a:srgbClr val="0D31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D:/华锐技术/01 公司品宣/华锐LOGO/华锐LOGO组合方式/华锐技术LOGO标准组合-横版中英文（文字反白）.png华锐技术LOGO标准组合-横版中英文（文字反白）"/>
          <p:cNvPicPr>
            <a:picLocks noChangeAspect="1"/>
          </p:cNvPicPr>
          <p:nvPr/>
        </p:nvPicPr>
        <p:blipFill>
          <a:blip r:embed="rId4" cstate="screen"/>
          <a:srcRect/>
          <a:stretch>
            <a:fillRect/>
          </a:stretch>
        </p:blipFill>
        <p:spPr>
          <a:xfrm>
            <a:off x="10679430" y="321310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63880" y="253505"/>
            <a:ext cx="9954895" cy="521970"/>
          </a:xfrm>
        </p:spPr>
        <p:txBody>
          <a:bodyPr anchor="ctr" anchorCtr="0"/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cxnSp>
        <p:nvCxnSpPr>
          <p:cNvPr id="8" name="直线连接符 1"/>
          <p:cNvCxnSpPr/>
          <p:nvPr>
            <p:custDataLst>
              <p:tags r:id="rId2"/>
            </p:custDataLst>
          </p:nvPr>
        </p:nvCxnSpPr>
        <p:spPr>
          <a:xfrm>
            <a:off x="526415" y="332740"/>
            <a:ext cx="0" cy="404378"/>
          </a:xfrm>
          <a:prstGeom prst="line">
            <a:avLst/>
          </a:prstGeom>
          <a:ln w="63500">
            <a:gradFill>
              <a:gsLst>
                <a:gs pos="0">
                  <a:srgbClr val="F54D61"/>
                </a:gs>
                <a:gs pos="100000">
                  <a:srgbClr val="FF000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6919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1363523" y="7885708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867523" y="7885708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9629123" y="7885708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3191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渐变内页-右上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-635" y="0"/>
            <a:ext cx="12192635" cy="6858000"/>
          </a:xfrm>
          <a:prstGeom prst="rect">
            <a:avLst/>
          </a:prstGeom>
          <a:gradFill>
            <a:gsLst>
              <a:gs pos="0">
                <a:srgbClr val="2D507C"/>
              </a:gs>
              <a:gs pos="100000">
                <a:srgbClr val="020B31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034A7C"/>
              </a:gs>
              <a:gs pos="100000">
                <a:srgbClr val="020B31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144778"/>
              </a:gs>
              <a:gs pos="100000">
                <a:srgbClr val="071E47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 descr="D:/华锐技术/01 公司品宣/华锐LOGO/华锐LOGO组合方式/华锐技术LOGO标准组合-横版中英文（文字反白）.png华锐技术LOGO标准组合-横版中英文（文字反白）"/>
          <p:cNvPicPr>
            <a:picLocks noChangeAspect="1"/>
          </p:cNvPicPr>
          <p:nvPr/>
        </p:nvPicPr>
        <p:blipFill>
          <a:blip r:embed="rId2" cstate="screen"/>
          <a:srcRect/>
          <a:stretch>
            <a:fillRect/>
          </a:stretch>
        </p:blipFill>
        <p:spPr>
          <a:xfrm>
            <a:off x="10679430" y="321310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301680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渐变内页-右上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-635" y="0"/>
            <a:ext cx="12192635" cy="6858000"/>
          </a:xfrm>
          <a:prstGeom prst="rect">
            <a:avLst/>
          </a:prstGeom>
          <a:gradFill>
            <a:gsLst>
              <a:gs pos="0">
                <a:srgbClr val="2D507C"/>
              </a:gs>
              <a:gs pos="100000">
                <a:srgbClr val="020B31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034A7C"/>
              </a:gs>
              <a:gs pos="100000">
                <a:srgbClr val="020B31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144778"/>
              </a:gs>
              <a:gs pos="100000">
                <a:srgbClr val="071E47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63880" y="253505"/>
            <a:ext cx="9954000" cy="522000"/>
          </a:xfrm>
        </p:spPr>
        <p:txBody>
          <a:bodyPr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</a:lstStyle>
          <a:p>
            <a:pPr lvl="0"/>
            <a:r>
              <a:rPr lang="en-US">
                <a:sym typeface="+mn-ea"/>
              </a:rPr>
              <a:t>Click to edit Master title style</a:t>
            </a:r>
            <a:endParaRPr dirty="0">
              <a:sym typeface="+mn-ea"/>
            </a:endParaRPr>
          </a:p>
        </p:txBody>
      </p:sp>
      <p:cxnSp>
        <p:nvCxnSpPr>
          <p:cNvPr id="6" name="直线连接符 1"/>
          <p:cNvCxnSpPr/>
          <p:nvPr>
            <p:custDataLst>
              <p:tags r:id="rId2"/>
            </p:custDataLst>
          </p:nvPr>
        </p:nvCxnSpPr>
        <p:spPr>
          <a:xfrm>
            <a:off x="526431" y="333197"/>
            <a:ext cx="0" cy="576000"/>
          </a:xfrm>
          <a:prstGeom prst="line">
            <a:avLst/>
          </a:prstGeom>
          <a:ln w="63500">
            <a:gradFill>
              <a:gsLst>
                <a:gs pos="0">
                  <a:srgbClr val="F54D61"/>
                </a:gs>
                <a:gs pos="100000">
                  <a:srgbClr val="FF000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6"/>
          <p:cNvSpPr>
            <a:spLocks noGrp="1"/>
          </p:cNvSpPr>
          <p:nvPr>
            <p:ph type="body" idx="10"/>
            <p:custDataLst>
              <p:tags r:id="rId3"/>
            </p:custDataLst>
          </p:nvPr>
        </p:nvSpPr>
        <p:spPr>
          <a:xfrm>
            <a:off x="563880" y="716208"/>
            <a:ext cx="9954260" cy="25560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kumimoji="0" lang="zh-CN" altLang="en-US" sz="1200" b="0" i="0" u="none" strike="noStrike" kern="1200" cap="none" spc="0" normalizeH="0" baseline="0" noProof="1" smtClean="0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pic>
        <p:nvPicPr>
          <p:cNvPr id="8" name="图片 7" descr="D:/华锐技术/01 公司品宣/华锐LOGO/华锐LOGO组合方式/华锐技术LOGO标准组合-横版中英文（文字反白）.png华锐技术LOGO标准组合-横版中英文（文字反白）"/>
          <p:cNvPicPr>
            <a:picLocks noChangeAspect="1"/>
          </p:cNvPicPr>
          <p:nvPr/>
        </p:nvPicPr>
        <p:blipFill>
          <a:blip r:embed="rId5" cstate="screen"/>
          <a:srcRect/>
          <a:stretch>
            <a:fillRect/>
          </a:stretch>
        </p:blipFill>
        <p:spPr>
          <a:xfrm>
            <a:off x="10679430" y="321310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07611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1_无标题_纯色内页-右上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Rounded Rectangle 22"/>
          <p:cNvSpPr/>
          <p:nvPr/>
        </p:nvSpPr>
        <p:spPr>
          <a:xfrm>
            <a:off x="12323199" y="138429"/>
            <a:ext cx="307976" cy="306071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25" name="文本框 39"/>
          <p:cNvSpPr txBox="1"/>
          <p:nvPr/>
        </p:nvSpPr>
        <p:spPr>
          <a:xfrm>
            <a:off x="13206730" y="138429"/>
            <a:ext cx="836296" cy="3073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标题文字</a:t>
            </a:r>
          </a:p>
        </p:txBody>
      </p:sp>
      <p:sp>
        <p:nvSpPr>
          <p:cNvPr id="1226" name="文本框 75"/>
          <p:cNvSpPr txBox="1"/>
          <p:nvPr/>
        </p:nvSpPr>
        <p:spPr>
          <a:xfrm>
            <a:off x="12270104" y="-368321"/>
            <a:ext cx="455296" cy="5232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深色背景</a:t>
            </a:r>
          </a:p>
        </p:txBody>
      </p:sp>
      <p:sp>
        <p:nvSpPr>
          <p:cNvPr id="1227" name="Rounded Rectangle 22"/>
          <p:cNvSpPr/>
          <p:nvPr/>
        </p:nvSpPr>
        <p:spPr>
          <a:xfrm>
            <a:off x="12837159" y="138429"/>
            <a:ext cx="307976" cy="306071"/>
          </a:xfrm>
          <a:prstGeom prst="rect">
            <a:avLst/>
          </a:prstGeom>
          <a:solidFill>
            <a:srgbClr val="28376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28" name="Rounded Rectangle 22"/>
          <p:cNvSpPr/>
          <p:nvPr/>
        </p:nvSpPr>
        <p:spPr>
          <a:xfrm>
            <a:off x="12323199" y="568325"/>
            <a:ext cx="307976" cy="306071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29" name="Rounded Rectangle 22"/>
          <p:cNvSpPr/>
          <p:nvPr/>
        </p:nvSpPr>
        <p:spPr>
          <a:xfrm>
            <a:off x="12837159" y="568325"/>
            <a:ext cx="307976" cy="306071"/>
          </a:xfrm>
          <a:prstGeom prst="rect">
            <a:avLst/>
          </a:prstGeom>
          <a:solidFill>
            <a:srgbClr val="41507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0" name="文本框 79"/>
          <p:cNvSpPr txBox="1"/>
          <p:nvPr/>
        </p:nvSpPr>
        <p:spPr>
          <a:xfrm>
            <a:off x="13206730" y="583565"/>
            <a:ext cx="836296" cy="3073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正文文字</a:t>
            </a:r>
          </a:p>
        </p:txBody>
      </p:sp>
      <p:sp>
        <p:nvSpPr>
          <p:cNvPr id="1231" name="Rounded Rectangle 22"/>
          <p:cNvSpPr/>
          <p:nvPr/>
        </p:nvSpPr>
        <p:spPr>
          <a:xfrm>
            <a:off x="12323199" y="998219"/>
            <a:ext cx="307976" cy="306071"/>
          </a:xfrm>
          <a:prstGeom prst="rect">
            <a:avLst/>
          </a:prstGeom>
          <a:solidFill>
            <a:srgbClr val="D9D9D9"/>
          </a:solidFill>
          <a:ln w="6350">
            <a:solidFill>
              <a:srgbClr val="59595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2" name="Rounded Rectangle 22"/>
          <p:cNvSpPr/>
          <p:nvPr/>
        </p:nvSpPr>
        <p:spPr>
          <a:xfrm>
            <a:off x="12837159" y="998219"/>
            <a:ext cx="307976" cy="306071"/>
          </a:xfrm>
          <a:prstGeom prst="rect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3" name="Rounded Rectangle 22"/>
          <p:cNvSpPr/>
          <p:nvPr/>
        </p:nvSpPr>
        <p:spPr>
          <a:xfrm>
            <a:off x="12323199" y="2434845"/>
            <a:ext cx="307976" cy="306071"/>
          </a:xfrm>
          <a:prstGeom prst="rect">
            <a:avLst/>
          </a:prstGeom>
          <a:solidFill>
            <a:srgbClr val="F54D6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4" name="Rounded Rectangle 22"/>
          <p:cNvSpPr/>
          <p:nvPr/>
        </p:nvSpPr>
        <p:spPr>
          <a:xfrm>
            <a:off x="12323199" y="2060566"/>
            <a:ext cx="307976" cy="306071"/>
          </a:xfrm>
          <a:prstGeom prst="rect">
            <a:avLst/>
          </a:prstGeom>
          <a:solidFill>
            <a:srgbClr val="F889A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5" name="Rounded Rectangle 22"/>
          <p:cNvSpPr/>
          <p:nvPr/>
        </p:nvSpPr>
        <p:spPr>
          <a:xfrm>
            <a:off x="12323199" y="3183406"/>
            <a:ext cx="307976" cy="306071"/>
          </a:xfrm>
          <a:prstGeom prst="rect">
            <a:avLst/>
          </a:prstGeom>
          <a:solidFill>
            <a:srgbClr val="F8A21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6" name="Rounded Rectangle 22"/>
          <p:cNvSpPr/>
          <p:nvPr/>
        </p:nvSpPr>
        <p:spPr>
          <a:xfrm>
            <a:off x="12707078" y="3183406"/>
            <a:ext cx="307976" cy="306071"/>
          </a:xfrm>
          <a:prstGeom prst="rect">
            <a:avLst/>
          </a:prstGeom>
          <a:solidFill>
            <a:srgbClr val="E3AB4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7" name="Rounded Rectangle 22"/>
          <p:cNvSpPr/>
          <p:nvPr/>
        </p:nvSpPr>
        <p:spPr>
          <a:xfrm>
            <a:off x="12707078" y="3554233"/>
            <a:ext cx="307976" cy="306071"/>
          </a:xfrm>
          <a:prstGeom prst="rect">
            <a:avLst/>
          </a:prstGeom>
          <a:solidFill>
            <a:srgbClr val="EBD86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8" name="Rounded Rectangle 22"/>
          <p:cNvSpPr/>
          <p:nvPr/>
        </p:nvSpPr>
        <p:spPr>
          <a:xfrm>
            <a:off x="12323199" y="3931965"/>
            <a:ext cx="307976" cy="306071"/>
          </a:xfrm>
          <a:prstGeom prst="rect">
            <a:avLst/>
          </a:prstGeom>
          <a:solidFill>
            <a:srgbClr val="53E0B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9" name="Rounded Rectangle 22"/>
          <p:cNvSpPr/>
          <p:nvPr/>
        </p:nvSpPr>
        <p:spPr>
          <a:xfrm>
            <a:off x="12323199" y="4306246"/>
            <a:ext cx="307976" cy="306071"/>
          </a:xfrm>
          <a:prstGeom prst="rect">
            <a:avLst/>
          </a:prstGeom>
          <a:solidFill>
            <a:srgbClr val="3EC2A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0" name="Rounded Rectangle 22"/>
          <p:cNvSpPr/>
          <p:nvPr/>
        </p:nvSpPr>
        <p:spPr>
          <a:xfrm>
            <a:off x="12710662" y="5047748"/>
            <a:ext cx="307976" cy="306071"/>
          </a:xfrm>
          <a:prstGeom prst="rect">
            <a:avLst/>
          </a:prstGeom>
          <a:solidFill>
            <a:srgbClr val="46D0F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1" name="Rounded Rectangle 22"/>
          <p:cNvSpPr/>
          <p:nvPr/>
        </p:nvSpPr>
        <p:spPr>
          <a:xfrm>
            <a:off x="12323199" y="5429086"/>
            <a:ext cx="307976" cy="306071"/>
          </a:xfrm>
          <a:prstGeom prst="rect">
            <a:avLst/>
          </a:prstGeom>
          <a:solidFill>
            <a:srgbClr val="2B5EC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2" name="Rounded Rectangle 22"/>
          <p:cNvSpPr/>
          <p:nvPr/>
        </p:nvSpPr>
        <p:spPr>
          <a:xfrm>
            <a:off x="12323199" y="5803365"/>
            <a:ext cx="307976" cy="306071"/>
          </a:xfrm>
          <a:prstGeom prst="rect">
            <a:avLst/>
          </a:prstGeom>
          <a:solidFill>
            <a:srgbClr val="225FD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3" name="Rounded Rectangle 22"/>
          <p:cNvSpPr/>
          <p:nvPr/>
        </p:nvSpPr>
        <p:spPr>
          <a:xfrm>
            <a:off x="12323199" y="6177646"/>
            <a:ext cx="307976" cy="306071"/>
          </a:xfrm>
          <a:prstGeom prst="rect">
            <a:avLst/>
          </a:prstGeom>
          <a:solidFill>
            <a:srgbClr val="5E7AF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4" name="Rounded Rectangle 22"/>
          <p:cNvSpPr/>
          <p:nvPr/>
        </p:nvSpPr>
        <p:spPr>
          <a:xfrm>
            <a:off x="12323199" y="6551930"/>
            <a:ext cx="307976" cy="306071"/>
          </a:xfrm>
          <a:prstGeom prst="rect">
            <a:avLst/>
          </a:prstGeom>
          <a:solidFill>
            <a:srgbClr val="8F7FE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5" name="文本框 3"/>
          <p:cNvSpPr txBox="1"/>
          <p:nvPr/>
        </p:nvSpPr>
        <p:spPr>
          <a:xfrm>
            <a:off x="11861564" y="9008232"/>
            <a:ext cx="1480655" cy="5232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r>
              <a:t>在这占位</a:t>
            </a:r>
          </a:p>
          <a:p>
            <a: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r>
              <a:t>防止轻易跨页滚动</a:t>
            </a:r>
          </a:p>
        </p:txBody>
      </p:sp>
      <p:sp>
        <p:nvSpPr>
          <p:cNvPr id="1246" name="Rounded Rectangle 21"/>
          <p:cNvSpPr/>
          <p:nvPr/>
        </p:nvSpPr>
        <p:spPr>
          <a:xfrm>
            <a:off x="12707083" y="6551930"/>
            <a:ext cx="307975" cy="306071"/>
          </a:xfrm>
          <a:prstGeom prst="rect">
            <a:avLst/>
          </a:prstGeom>
          <a:solidFill>
            <a:srgbClr val="5F4FB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7" name="矩形 12"/>
          <p:cNvSpPr/>
          <p:nvPr/>
        </p:nvSpPr>
        <p:spPr>
          <a:xfrm>
            <a:off x="12321702" y="5052467"/>
            <a:ext cx="307976" cy="298736"/>
          </a:xfrm>
          <a:prstGeom prst="rect">
            <a:avLst/>
          </a:prstGeom>
          <a:solidFill>
            <a:srgbClr val="2FE0FF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48" name="矩形 15"/>
          <p:cNvSpPr/>
          <p:nvPr/>
        </p:nvSpPr>
        <p:spPr>
          <a:xfrm>
            <a:off x="12323199" y="2801697"/>
            <a:ext cx="307976" cy="304132"/>
          </a:xfrm>
          <a:prstGeom prst="rect">
            <a:avLst/>
          </a:prstGeom>
          <a:solidFill>
            <a:srgbClr val="FF6E17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49" name="矩形 16"/>
          <p:cNvSpPr/>
          <p:nvPr/>
        </p:nvSpPr>
        <p:spPr>
          <a:xfrm>
            <a:off x="12323198" y="3560226"/>
            <a:ext cx="307976" cy="300078"/>
          </a:xfrm>
          <a:prstGeom prst="rect">
            <a:avLst/>
          </a:prstGeom>
          <a:solidFill>
            <a:srgbClr val="E53935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50" name="Rounded Rectangle 22"/>
          <p:cNvSpPr/>
          <p:nvPr/>
        </p:nvSpPr>
        <p:spPr>
          <a:xfrm>
            <a:off x="12707080" y="5803365"/>
            <a:ext cx="307976" cy="306071"/>
          </a:xfrm>
          <a:prstGeom prst="rect">
            <a:avLst/>
          </a:prstGeom>
          <a:solidFill>
            <a:srgbClr val="1B327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1" name="Rounded Rectangle 22"/>
          <p:cNvSpPr/>
          <p:nvPr/>
        </p:nvSpPr>
        <p:spPr>
          <a:xfrm>
            <a:off x="12705584" y="4671210"/>
            <a:ext cx="307976" cy="306072"/>
          </a:xfrm>
          <a:prstGeom prst="rect">
            <a:avLst/>
          </a:prstGeom>
          <a:solidFill>
            <a:srgbClr val="2C88B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2" name="Rounded Rectangle 22"/>
          <p:cNvSpPr/>
          <p:nvPr/>
        </p:nvSpPr>
        <p:spPr>
          <a:xfrm>
            <a:off x="12321702" y="4671731"/>
            <a:ext cx="307976" cy="306071"/>
          </a:xfrm>
          <a:prstGeom prst="rect">
            <a:avLst/>
          </a:prstGeom>
          <a:solidFill>
            <a:srgbClr val="3B7DD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3" name="文本框 17"/>
          <p:cNvSpPr txBox="1"/>
          <p:nvPr/>
        </p:nvSpPr>
        <p:spPr>
          <a:xfrm>
            <a:off x="13206730" y="998219"/>
            <a:ext cx="836296" cy="3073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辅助文字</a:t>
            </a:r>
          </a:p>
        </p:txBody>
      </p:sp>
      <p:sp>
        <p:nvSpPr>
          <p:cNvPr id="1254" name="文本框 20"/>
          <p:cNvSpPr txBox="1"/>
          <p:nvPr/>
        </p:nvSpPr>
        <p:spPr>
          <a:xfrm>
            <a:off x="12785911" y="-368321"/>
            <a:ext cx="455296" cy="5232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白色背景</a:t>
            </a:r>
          </a:p>
        </p:txBody>
      </p:sp>
      <p:sp>
        <p:nvSpPr>
          <p:cNvPr id="1255" name="Rounded Rectangle 22"/>
          <p:cNvSpPr/>
          <p:nvPr/>
        </p:nvSpPr>
        <p:spPr>
          <a:xfrm>
            <a:off x="409114" y="6909434"/>
            <a:ext cx="307976" cy="306071"/>
          </a:xfrm>
          <a:prstGeom prst="rect">
            <a:avLst/>
          </a:prstGeom>
          <a:solidFill>
            <a:srgbClr val="F54D6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6" name="Rounded Rectangle 22"/>
          <p:cNvSpPr/>
          <p:nvPr/>
        </p:nvSpPr>
        <p:spPr>
          <a:xfrm>
            <a:off x="0" y="6909434"/>
            <a:ext cx="307975" cy="306071"/>
          </a:xfrm>
          <a:prstGeom prst="rect">
            <a:avLst/>
          </a:prstGeom>
          <a:solidFill>
            <a:srgbClr val="F889A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7" name="Rounded Rectangle 22"/>
          <p:cNvSpPr/>
          <p:nvPr/>
        </p:nvSpPr>
        <p:spPr>
          <a:xfrm>
            <a:off x="1227345" y="6909434"/>
            <a:ext cx="307976" cy="306071"/>
          </a:xfrm>
          <a:prstGeom prst="rect">
            <a:avLst/>
          </a:prstGeom>
          <a:solidFill>
            <a:srgbClr val="F8A21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8" name="Rounded Rectangle 22"/>
          <p:cNvSpPr/>
          <p:nvPr/>
        </p:nvSpPr>
        <p:spPr>
          <a:xfrm>
            <a:off x="1636459" y="6909434"/>
            <a:ext cx="307976" cy="306071"/>
          </a:xfrm>
          <a:prstGeom prst="rect">
            <a:avLst/>
          </a:prstGeom>
          <a:solidFill>
            <a:srgbClr val="E3AB4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9" name="Rounded Rectangle 22"/>
          <p:cNvSpPr/>
          <p:nvPr/>
        </p:nvSpPr>
        <p:spPr>
          <a:xfrm>
            <a:off x="2454690" y="6909434"/>
            <a:ext cx="307976" cy="306071"/>
          </a:xfrm>
          <a:prstGeom prst="rect">
            <a:avLst/>
          </a:prstGeom>
          <a:solidFill>
            <a:srgbClr val="EBD86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0" name="Rounded Rectangle 22"/>
          <p:cNvSpPr/>
          <p:nvPr/>
        </p:nvSpPr>
        <p:spPr>
          <a:xfrm>
            <a:off x="2863805" y="6909434"/>
            <a:ext cx="307976" cy="306071"/>
          </a:xfrm>
          <a:prstGeom prst="rect">
            <a:avLst/>
          </a:prstGeom>
          <a:solidFill>
            <a:srgbClr val="53E0B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1" name="Rounded Rectangle 22"/>
          <p:cNvSpPr/>
          <p:nvPr/>
        </p:nvSpPr>
        <p:spPr>
          <a:xfrm>
            <a:off x="3272919" y="6909434"/>
            <a:ext cx="307976" cy="306071"/>
          </a:xfrm>
          <a:prstGeom prst="rect">
            <a:avLst/>
          </a:prstGeom>
          <a:solidFill>
            <a:srgbClr val="3EC2A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2" name="Rounded Rectangle 22"/>
          <p:cNvSpPr/>
          <p:nvPr/>
        </p:nvSpPr>
        <p:spPr>
          <a:xfrm>
            <a:off x="4909380" y="6909434"/>
            <a:ext cx="307976" cy="306071"/>
          </a:xfrm>
          <a:prstGeom prst="rect">
            <a:avLst/>
          </a:prstGeom>
          <a:solidFill>
            <a:srgbClr val="46D0F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3" name="Rounded Rectangle 22"/>
          <p:cNvSpPr/>
          <p:nvPr/>
        </p:nvSpPr>
        <p:spPr>
          <a:xfrm>
            <a:off x="5318495" y="6909434"/>
            <a:ext cx="307976" cy="306071"/>
          </a:xfrm>
          <a:prstGeom prst="rect">
            <a:avLst/>
          </a:prstGeom>
          <a:solidFill>
            <a:srgbClr val="2B5EC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4" name="Rounded Rectangle 22"/>
          <p:cNvSpPr/>
          <p:nvPr/>
        </p:nvSpPr>
        <p:spPr>
          <a:xfrm>
            <a:off x="5727610" y="6909434"/>
            <a:ext cx="307976" cy="306071"/>
          </a:xfrm>
          <a:prstGeom prst="rect">
            <a:avLst/>
          </a:prstGeom>
          <a:solidFill>
            <a:srgbClr val="225FD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5" name="Rounded Rectangle 22"/>
          <p:cNvSpPr/>
          <p:nvPr/>
        </p:nvSpPr>
        <p:spPr>
          <a:xfrm>
            <a:off x="6545839" y="6909434"/>
            <a:ext cx="307976" cy="306071"/>
          </a:xfrm>
          <a:prstGeom prst="rect">
            <a:avLst/>
          </a:prstGeom>
          <a:solidFill>
            <a:srgbClr val="5E7AF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6" name="Rounded Rectangle 22"/>
          <p:cNvSpPr/>
          <p:nvPr/>
        </p:nvSpPr>
        <p:spPr>
          <a:xfrm>
            <a:off x="6954955" y="6909434"/>
            <a:ext cx="307976" cy="306071"/>
          </a:xfrm>
          <a:prstGeom prst="rect">
            <a:avLst/>
          </a:prstGeom>
          <a:solidFill>
            <a:srgbClr val="8F7FE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7" name="Rounded Rectangle 21"/>
          <p:cNvSpPr/>
          <p:nvPr/>
        </p:nvSpPr>
        <p:spPr>
          <a:xfrm>
            <a:off x="7364063" y="6909434"/>
            <a:ext cx="307975" cy="306071"/>
          </a:xfrm>
          <a:prstGeom prst="rect">
            <a:avLst/>
          </a:prstGeom>
          <a:solidFill>
            <a:srgbClr val="5F4FB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8" name="矩形 44"/>
          <p:cNvSpPr/>
          <p:nvPr/>
        </p:nvSpPr>
        <p:spPr>
          <a:xfrm>
            <a:off x="4500264" y="6909434"/>
            <a:ext cx="307976" cy="298736"/>
          </a:xfrm>
          <a:prstGeom prst="rect">
            <a:avLst/>
          </a:prstGeom>
          <a:solidFill>
            <a:srgbClr val="2FE0FF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69" name="矩形 45"/>
          <p:cNvSpPr/>
          <p:nvPr/>
        </p:nvSpPr>
        <p:spPr>
          <a:xfrm>
            <a:off x="818229" y="6909434"/>
            <a:ext cx="307976" cy="304132"/>
          </a:xfrm>
          <a:prstGeom prst="rect">
            <a:avLst/>
          </a:prstGeom>
          <a:solidFill>
            <a:srgbClr val="FF6E17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70" name="矩形 46"/>
          <p:cNvSpPr/>
          <p:nvPr/>
        </p:nvSpPr>
        <p:spPr>
          <a:xfrm>
            <a:off x="2045574" y="6909434"/>
            <a:ext cx="307976" cy="300078"/>
          </a:xfrm>
          <a:prstGeom prst="rect">
            <a:avLst/>
          </a:prstGeom>
          <a:solidFill>
            <a:srgbClr val="E53935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71" name="Rounded Rectangle 22"/>
          <p:cNvSpPr/>
          <p:nvPr/>
        </p:nvSpPr>
        <p:spPr>
          <a:xfrm>
            <a:off x="6136725" y="6909434"/>
            <a:ext cx="307976" cy="306071"/>
          </a:xfrm>
          <a:prstGeom prst="rect">
            <a:avLst/>
          </a:prstGeom>
          <a:solidFill>
            <a:srgbClr val="1B327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72" name="Rounded Rectangle 22"/>
          <p:cNvSpPr/>
          <p:nvPr/>
        </p:nvSpPr>
        <p:spPr>
          <a:xfrm>
            <a:off x="4091149" y="6909434"/>
            <a:ext cx="307976" cy="306071"/>
          </a:xfrm>
          <a:prstGeom prst="rect">
            <a:avLst/>
          </a:prstGeom>
          <a:solidFill>
            <a:srgbClr val="2C88B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73" name="Rounded Rectangle 22"/>
          <p:cNvSpPr/>
          <p:nvPr/>
        </p:nvSpPr>
        <p:spPr>
          <a:xfrm>
            <a:off x="3682034" y="6909434"/>
            <a:ext cx="307976" cy="306071"/>
          </a:xfrm>
          <a:prstGeom prst="rect">
            <a:avLst/>
          </a:prstGeom>
          <a:solidFill>
            <a:srgbClr val="3B7DD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grpSp>
        <p:nvGrpSpPr>
          <p:cNvPr id="1278" name="圆柱形 24"/>
          <p:cNvGrpSpPr/>
          <p:nvPr/>
        </p:nvGrpSpPr>
        <p:grpSpPr>
          <a:xfrm>
            <a:off x="-10160" y="7511415"/>
            <a:ext cx="1136651" cy="294641"/>
            <a:chOff x="0" y="0"/>
            <a:chExt cx="1136650" cy="294640"/>
          </a:xfrm>
        </p:grpSpPr>
        <p:grpSp>
          <p:nvGrpSpPr>
            <p:cNvPr id="1276" name="成组"/>
            <p:cNvGrpSpPr/>
            <p:nvPr/>
          </p:nvGrpSpPr>
          <p:grpSpPr>
            <a:xfrm>
              <a:off x="0" y="-1"/>
              <a:ext cx="1136651" cy="294642"/>
              <a:chOff x="0" y="0"/>
              <a:chExt cx="1136650" cy="294640"/>
            </a:xfrm>
          </p:grpSpPr>
          <p:sp>
            <p:nvSpPr>
              <p:cNvPr id="1274" name="形状"/>
              <p:cNvSpPr/>
              <p:nvPr/>
            </p:nvSpPr>
            <p:spPr>
              <a:xfrm rot="5400000">
                <a:off x="421005" y="-421006"/>
                <a:ext cx="294641" cy="11366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286"/>
                    </a:moveTo>
                    <a:cubicBezTo>
                      <a:pt x="0" y="576"/>
                      <a:pt x="4835" y="0"/>
                      <a:pt x="10800" y="0"/>
                    </a:cubicBezTo>
                    <a:cubicBezTo>
                      <a:pt x="16765" y="0"/>
                      <a:pt x="21600" y="576"/>
                      <a:pt x="21600" y="1286"/>
                    </a:cubicBezTo>
                    <a:lnTo>
                      <a:pt x="21600" y="20314"/>
                    </a:lnTo>
                    <a:cubicBezTo>
                      <a:pt x="21600" y="21024"/>
                      <a:pt x="16765" y="21600"/>
                      <a:pt x="10800" y="21600"/>
                    </a:cubicBezTo>
                    <a:cubicBezTo>
                      <a:pt x="4835" y="21600"/>
                      <a:pt x="0" y="21024"/>
                      <a:pt x="0" y="203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300"/>
                </a:pPr>
                <a:endParaRPr/>
              </a:p>
            </p:txBody>
          </p:sp>
          <p:sp>
            <p:nvSpPr>
              <p:cNvPr id="1275" name="椭圆形"/>
              <p:cNvSpPr/>
              <p:nvPr/>
            </p:nvSpPr>
            <p:spPr>
              <a:xfrm rot="5400000">
                <a:off x="921647" y="79637"/>
                <a:ext cx="294641" cy="135367"/>
              </a:xfrm>
              <a:prstGeom prst="ellipse">
                <a:avLst/>
              </a:prstGeom>
              <a:solidFill>
                <a:srgbClr val="FFFFFF">
                  <a:alpha val="4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300"/>
                </a:pPr>
                <a:endParaRPr/>
              </a:p>
            </p:txBody>
          </p:sp>
        </p:grpSp>
        <p:sp>
          <p:nvSpPr>
            <p:cNvPr id="1277" name="AMI相关"/>
            <p:cNvSpPr txBox="1"/>
            <p:nvPr/>
          </p:nvSpPr>
          <p:spPr>
            <a:xfrm>
              <a:off x="67682" y="20320"/>
              <a:ext cx="933603" cy="254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14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pPr>
              <a:r>
                <a:t>AMI相关</a:t>
              </a:r>
            </a:p>
          </p:txBody>
        </p:sp>
      </p:grpSp>
      <p:grpSp>
        <p:nvGrpSpPr>
          <p:cNvPr id="1281" name="矩形: 圆角 71"/>
          <p:cNvGrpSpPr/>
          <p:nvPr/>
        </p:nvGrpSpPr>
        <p:grpSpPr>
          <a:xfrm>
            <a:off x="7771765" y="7512050"/>
            <a:ext cx="1136651" cy="348616"/>
            <a:chOff x="0" y="0"/>
            <a:chExt cx="1136650" cy="348615"/>
          </a:xfrm>
        </p:grpSpPr>
        <p:sp>
          <p:nvSpPr>
            <p:cNvPr id="1279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69"/>
              </a:avLst>
            </a:prstGeom>
            <a:solidFill>
              <a:srgbClr val="907FE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80" name="周边系统"/>
            <p:cNvSpPr txBox="1"/>
            <p:nvPr/>
          </p:nvSpPr>
          <p:spPr>
            <a:xfrm>
              <a:off x="10484" y="66357"/>
              <a:ext cx="1115682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周边系统</a:t>
              </a:r>
            </a:p>
          </p:txBody>
        </p:sp>
      </p:grpSp>
      <p:grpSp>
        <p:nvGrpSpPr>
          <p:cNvPr id="1284" name="矩形: 圆角 71"/>
          <p:cNvGrpSpPr/>
          <p:nvPr/>
        </p:nvGrpSpPr>
        <p:grpSpPr>
          <a:xfrm>
            <a:off x="9111615" y="7512050"/>
            <a:ext cx="1136651" cy="348616"/>
            <a:chOff x="0" y="0"/>
            <a:chExt cx="1136650" cy="348615"/>
          </a:xfrm>
        </p:grpSpPr>
        <p:sp>
          <p:nvSpPr>
            <p:cNvPr id="1282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70"/>
              </a:avLst>
            </a:prstGeom>
            <a:solidFill>
              <a:srgbClr val="225FD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83" name="周边系统"/>
            <p:cNvSpPr txBox="1"/>
            <p:nvPr/>
          </p:nvSpPr>
          <p:spPr>
            <a:xfrm>
              <a:off x="10485" y="66357"/>
              <a:ext cx="1115680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周边系统</a:t>
              </a:r>
            </a:p>
          </p:txBody>
        </p:sp>
      </p:grpSp>
      <p:grpSp>
        <p:nvGrpSpPr>
          <p:cNvPr id="1287" name="矩形: 圆角 71"/>
          <p:cNvGrpSpPr/>
          <p:nvPr/>
        </p:nvGrpSpPr>
        <p:grpSpPr>
          <a:xfrm>
            <a:off x="1233169" y="7511415"/>
            <a:ext cx="1136651" cy="348616"/>
            <a:chOff x="0" y="0"/>
            <a:chExt cx="1136650" cy="348615"/>
          </a:xfrm>
        </p:grpSpPr>
        <p:sp>
          <p:nvSpPr>
            <p:cNvPr id="1285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69"/>
              </a:avLst>
            </a:prstGeom>
            <a:solidFill>
              <a:srgbClr val="1B327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86" name="系统边界"/>
            <p:cNvSpPr txBox="1"/>
            <p:nvPr/>
          </p:nvSpPr>
          <p:spPr>
            <a:xfrm>
              <a:off x="10484" y="66357"/>
              <a:ext cx="1115682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系统边界</a:t>
              </a:r>
            </a:p>
          </p:txBody>
        </p:sp>
      </p:grpSp>
      <p:grpSp>
        <p:nvGrpSpPr>
          <p:cNvPr id="1290" name="矩形: 圆角 71"/>
          <p:cNvGrpSpPr/>
          <p:nvPr/>
        </p:nvGrpSpPr>
        <p:grpSpPr>
          <a:xfrm>
            <a:off x="2545079" y="7511415"/>
            <a:ext cx="1136651" cy="348616"/>
            <a:chOff x="0" y="0"/>
            <a:chExt cx="1136650" cy="348615"/>
          </a:xfrm>
        </p:grpSpPr>
        <p:sp>
          <p:nvSpPr>
            <p:cNvPr id="1288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69"/>
              </a:avLst>
            </a:prstGeom>
            <a:solidFill>
              <a:srgbClr val="225FD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89" name="内部大类"/>
            <p:cNvSpPr txBox="1"/>
            <p:nvPr/>
          </p:nvSpPr>
          <p:spPr>
            <a:xfrm>
              <a:off x="10484" y="66357"/>
              <a:ext cx="1115682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内部大类</a:t>
              </a:r>
            </a:p>
          </p:txBody>
        </p:sp>
      </p:grpSp>
      <p:grpSp>
        <p:nvGrpSpPr>
          <p:cNvPr id="1293" name="矩形: 圆角 71"/>
          <p:cNvGrpSpPr/>
          <p:nvPr/>
        </p:nvGrpSpPr>
        <p:grpSpPr>
          <a:xfrm>
            <a:off x="3772534" y="7511415"/>
            <a:ext cx="1136651" cy="348616"/>
            <a:chOff x="0" y="0"/>
            <a:chExt cx="1136650" cy="348615"/>
          </a:xfrm>
        </p:grpSpPr>
        <p:sp>
          <p:nvSpPr>
            <p:cNvPr id="1291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69"/>
              </a:avLst>
            </a:prstGeom>
            <a:solidFill>
              <a:srgbClr val="2B5EC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92" name="模块/组件"/>
            <p:cNvSpPr txBox="1"/>
            <p:nvPr/>
          </p:nvSpPr>
          <p:spPr>
            <a:xfrm>
              <a:off x="10484" y="66357"/>
              <a:ext cx="1115682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pPr>
              <a:r>
                <a:t>模块/组件</a:t>
              </a:r>
            </a:p>
          </p:txBody>
        </p:sp>
      </p:grpSp>
      <p:grpSp>
        <p:nvGrpSpPr>
          <p:cNvPr id="1296" name="矩形: 圆角 71"/>
          <p:cNvGrpSpPr/>
          <p:nvPr/>
        </p:nvGrpSpPr>
        <p:grpSpPr>
          <a:xfrm>
            <a:off x="10381615" y="7510780"/>
            <a:ext cx="1136651" cy="348616"/>
            <a:chOff x="0" y="0"/>
            <a:chExt cx="1136650" cy="348615"/>
          </a:xfrm>
        </p:grpSpPr>
        <p:sp>
          <p:nvSpPr>
            <p:cNvPr id="1294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70"/>
              </a:avLst>
            </a:prstGeom>
            <a:solidFill>
              <a:srgbClr val="73839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95" name="外部系统"/>
            <p:cNvSpPr txBox="1"/>
            <p:nvPr/>
          </p:nvSpPr>
          <p:spPr>
            <a:xfrm>
              <a:off x="10485" y="66357"/>
              <a:ext cx="1115680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外部系统</a:t>
              </a:r>
            </a:p>
          </p:txBody>
        </p:sp>
      </p:grpSp>
      <p:sp>
        <p:nvSpPr>
          <p:cNvPr id="1297" name="上箭头 52"/>
          <p:cNvSpPr/>
          <p:nvPr/>
        </p:nvSpPr>
        <p:spPr>
          <a:xfrm rot="5400000">
            <a:off x="5931534" y="7519034"/>
            <a:ext cx="248921" cy="3644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1297"/>
                </a:moveTo>
                <a:lnTo>
                  <a:pt x="10800" y="0"/>
                </a:lnTo>
                <a:lnTo>
                  <a:pt x="21600" y="11297"/>
                </a:lnTo>
                <a:lnTo>
                  <a:pt x="15243" y="11297"/>
                </a:lnTo>
                <a:lnTo>
                  <a:pt x="15243" y="21600"/>
                </a:lnTo>
                <a:lnTo>
                  <a:pt x="6357" y="21600"/>
                </a:lnTo>
                <a:lnTo>
                  <a:pt x="6357" y="11297"/>
                </a:lnTo>
                <a:close/>
              </a:path>
            </a:pathLst>
          </a:custGeom>
          <a:solidFill>
            <a:srgbClr val="2FE0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98" name="文本框 53"/>
          <p:cNvSpPr txBox="1"/>
          <p:nvPr/>
        </p:nvSpPr>
        <p:spPr>
          <a:xfrm>
            <a:off x="5028565" y="7547609"/>
            <a:ext cx="824231" cy="3073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 spc="100">
                <a:solidFill>
                  <a:srgbClr val="FFFFFF"/>
                </a:solidFill>
                <a:effectLst>
                  <a:outerShdw blurRad="50800" dist="38100" dir="2700000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内部连接</a:t>
            </a:r>
          </a:p>
        </p:txBody>
      </p:sp>
      <p:sp>
        <p:nvSpPr>
          <p:cNvPr id="1299" name="上箭头 128"/>
          <p:cNvSpPr/>
          <p:nvPr/>
        </p:nvSpPr>
        <p:spPr>
          <a:xfrm rot="5400000">
            <a:off x="7377430" y="7503794"/>
            <a:ext cx="276861" cy="3644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2565"/>
                </a:moveTo>
                <a:lnTo>
                  <a:pt x="10800" y="0"/>
                </a:lnTo>
                <a:lnTo>
                  <a:pt x="21600" y="12565"/>
                </a:lnTo>
                <a:lnTo>
                  <a:pt x="15243" y="12565"/>
                </a:lnTo>
                <a:lnTo>
                  <a:pt x="15243" y="21600"/>
                </a:lnTo>
                <a:lnTo>
                  <a:pt x="6357" y="21600"/>
                </a:lnTo>
                <a:lnTo>
                  <a:pt x="6357" y="12565"/>
                </a:lnTo>
                <a:close/>
              </a:path>
            </a:pathLst>
          </a:custGeom>
          <a:solidFill>
            <a:srgbClr val="3D5A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>
                    <a:alpha val="50000"/>
                  </a:srgbClr>
                </a:solidFill>
                <a:effectLst>
                  <a:outerShdw blurRad="50800" dist="38100" dir="2700000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300" name="文本框 55"/>
          <p:cNvSpPr txBox="1"/>
          <p:nvPr/>
        </p:nvSpPr>
        <p:spPr>
          <a:xfrm>
            <a:off x="6488429" y="7546975"/>
            <a:ext cx="824231" cy="30734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 spc="100">
                <a:solidFill>
                  <a:srgbClr val="FFFFFF"/>
                </a:solidFill>
                <a:effectLst>
                  <a:outerShdw blurRad="50800" dist="38100" dir="2700000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外部连接</a:t>
            </a:r>
          </a:p>
        </p:txBody>
      </p:sp>
      <p:pic>
        <p:nvPicPr>
          <p:cNvPr id="1301" name="图片 6" descr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302" name="图片 2" descr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9430" y="321309"/>
            <a:ext cx="1155066" cy="243173"/>
          </a:xfrm>
          <a:prstGeom prst="rect">
            <a:avLst/>
          </a:prstGeom>
          <a:ln w="12700">
            <a:miter lim="400000"/>
            <a:headEnd/>
            <a:tailEnd/>
          </a:ln>
          <a:effectLst>
            <a:outerShdw blurRad="50800" dist="12700" dir="2700000" rotWithShape="0">
              <a:srgbClr val="000000">
                <a:alpha val="40000"/>
              </a:srgbClr>
            </a:outerShdw>
          </a:effectLst>
        </p:spPr>
      </p:pic>
      <p:sp>
        <p:nvSpPr>
          <p:cNvPr id="130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71001672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2_无标题_纯色内页-右上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Rounded Rectangle 22"/>
          <p:cNvSpPr/>
          <p:nvPr/>
        </p:nvSpPr>
        <p:spPr>
          <a:xfrm>
            <a:off x="12323199" y="138429"/>
            <a:ext cx="307976" cy="306071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25" name="文本框 39"/>
          <p:cNvSpPr txBox="1"/>
          <p:nvPr/>
        </p:nvSpPr>
        <p:spPr>
          <a:xfrm>
            <a:off x="13206730" y="138429"/>
            <a:ext cx="836296" cy="3073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标题文字</a:t>
            </a:r>
          </a:p>
        </p:txBody>
      </p:sp>
      <p:sp>
        <p:nvSpPr>
          <p:cNvPr id="1226" name="文本框 75"/>
          <p:cNvSpPr txBox="1"/>
          <p:nvPr/>
        </p:nvSpPr>
        <p:spPr>
          <a:xfrm>
            <a:off x="12270104" y="-368321"/>
            <a:ext cx="455296" cy="5232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深色背景</a:t>
            </a:r>
          </a:p>
        </p:txBody>
      </p:sp>
      <p:sp>
        <p:nvSpPr>
          <p:cNvPr id="1227" name="Rounded Rectangle 22"/>
          <p:cNvSpPr/>
          <p:nvPr/>
        </p:nvSpPr>
        <p:spPr>
          <a:xfrm>
            <a:off x="12837159" y="138429"/>
            <a:ext cx="307976" cy="306071"/>
          </a:xfrm>
          <a:prstGeom prst="rect">
            <a:avLst/>
          </a:prstGeom>
          <a:solidFill>
            <a:srgbClr val="28376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28" name="Rounded Rectangle 22"/>
          <p:cNvSpPr/>
          <p:nvPr/>
        </p:nvSpPr>
        <p:spPr>
          <a:xfrm>
            <a:off x="12323199" y="568325"/>
            <a:ext cx="307976" cy="306071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29" name="Rounded Rectangle 22"/>
          <p:cNvSpPr/>
          <p:nvPr/>
        </p:nvSpPr>
        <p:spPr>
          <a:xfrm>
            <a:off x="12837159" y="568325"/>
            <a:ext cx="307976" cy="306071"/>
          </a:xfrm>
          <a:prstGeom prst="rect">
            <a:avLst/>
          </a:prstGeom>
          <a:solidFill>
            <a:srgbClr val="41507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0" name="文本框 79"/>
          <p:cNvSpPr txBox="1"/>
          <p:nvPr/>
        </p:nvSpPr>
        <p:spPr>
          <a:xfrm>
            <a:off x="13206730" y="583565"/>
            <a:ext cx="836296" cy="3073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正文文字</a:t>
            </a:r>
          </a:p>
        </p:txBody>
      </p:sp>
      <p:sp>
        <p:nvSpPr>
          <p:cNvPr id="1231" name="Rounded Rectangle 22"/>
          <p:cNvSpPr/>
          <p:nvPr/>
        </p:nvSpPr>
        <p:spPr>
          <a:xfrm>
            <a:off x="12323199" y="998219"/>
            <a:ext cx="307976" cy="306071"/>
          </a:xfrm>
          <a:prstGeom prst="rect">
            <a:avLst/>
          </a:prstGeom>
          <a:solidFill>
            <a:srgbClr val="D9D9D9"/>
          </a:solidFill>
          <a:ln w="6350">
            <a:solidFill>
              <a:srgbClr val="59595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2" name="Rounded Rectangle 22"/>
          <p:cNvSpPr/>
          <p:nvPr/>
        </p:nvSpPr>
        <p:spPr>
          <a:xfrm>
            <a:off x="12837159" y="998219"/>
            <a:ext cx="307976" cy="306071"/>
          </a:xfrm>
          <a:prstGeom prst="rect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3" name="Rounded Rectangle 22"/>
          <p:cNvSpPr/>
          <p:nvPr/>
        </p:nvSpPr>
        <p:spPr>
          <a:xfrm>
            <a:off x="12323199" y="2434845"/>
            <a:ext cx="307976" cy="306071"/>
          </a:xfrm>
          <a:prstGeom prst="rect">
            <a:avLst/>
          </a:prstGeom>
          <a:solidFill>
            <a:srgbClr val="F54D6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4" name="Rounded Rectangle 22"/>
          <p:cNvSpPr/>
          <p:nvPr/>
        </p:nvSpPr>
        <p:spPr>
          <a:xfrm>
            <a:off x="12323199" y="2060566"/>
            <a:ext cx="307976" cy="306071"/>
          </a:xfrm>
          <a:prstGeom prst="rect">
            <a:avLst/>
          </a:prstGeom>
          <a:solidFill>
            <a:srgbClr val="F889A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5" name="Rounded Rectangle 22"/>
          <p:cNvSpPr/>
          <p:nvPr/>
        </p:nvSpPr>
        <p:spPr>
          <a:xfrm>
            <a:off x="12323199" y="3183406"/>
            <a:ext cx="307976" cy="306071"/>
          </a:xfrm>
          <a:prstGeom prst="rect">
            <a:avLst/>
          </a:prstGeom>
          <a:solidFill>
            <a:srgbClr val="F8A21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6" name="Rounded Rectangle 22"/>
          <p:cNvSpPr/>
          <p:nvPr/>
        </p:nvSpPr>
        <p:spPr>
          <a:xfrm>
            <a:off x="12707078" y="3183406"/>
            <a:ext cx="307976" cy="306071"/>
          </a:xfrm>
          <a:prstGeom prst="rect">
            <a:avLst/>
          </a:prstGeom>
          <a:solidFill>
            <a:srgbClr val="E3AB4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7" name="Rounded Rectangle 22"/>
          <p:cNvSpPr/>
          <p:nvPr/>
        </p:nvSpPr>
        <p:spPr>
          <a:xfrm>
            <a:off x="12707078" y="3554233"/>
            <a:ext cx="307976" cy="306071"/>
          </a:xfrm>
          <a:prstGeom prst="rect">
            <a:avLst/>
          </a:prstGeom>
          <a:solidFill>
            <a:srgbClr val="EBD86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8" name="Rounded Rectangle 22"/>
          <p:cNvSpPr/>
          <p:nvPr/>
        </p:nvSpPr>
        <p:spPr>
          <a:xfrm>
            <a:off x="12323199" y="3931965"/>
            <a:ext cx="307976" cy="306071"/>
          </a:xfrm>
          <a:prstGeom prst="rect">
            <a:avLst/>
          </a:prstGeom>
          <a:solidFill>
            <a:srgbClr val="53E0B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9" name="Rounded Rectangle 22"/>
          <p:cNvSpPr/>
          <p:nvPr/>
        </p:nvSpPr>
        <p:spPr>
          <a:xfrm>
            <a:off x="12323199" y="4306246"/>
            <a:ext cx="307976" cy="306071"/>
          </a:xfrm>
          <a:prstGeom prst="rect">
            <a:avLst/>
          </a:prstGeom>
          <a:solidFill>
            <a:srgbClr val="3EC2A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0" name="Rounded Rectangle 22"/>
          <p:cNvSpPr/>
          <p:nvPr/>
        </p:nvSpPr>
        <p:spPr>
          <a:xfrm>
            <a:off x="12710662" y="5047748"/>
            <a:ext cx="307976" cy="306071"/>
          </a:xfrm>
          <a:prstGeom prst="rect">
            <a:avLst/>
          </a:prstGeom>
          <a:solidFill>
            <a:srgbClr val="46D0F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1" name="Rounded Rectangle 22"/>
          <p:cNvSpPr/>
          <p:nvPr/>
        </p:nvSpPr>
        <p:spPr>
          <a:xfrm>
            <a:off x="12323199" y="5429086"/>
            <a:ext cx="307976" cy="306071"/>
          </a:xfrm>
          <a:prstGeom prst="rect">
            <a:avLst/>
          </a:prstGeom>
          <a:solidFill>
            <a:srgbClr val="2B5EC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2" name="Rounded Rectangle 22"/>
          <p:cNvSpPr/>
          <p:nvPr/>
        </p:nvSpPr>
        <p:spPr>
          <a:xfrm>
            <a:off x="12323199" y="5803365"/>
            <a:ext cx="307976" cy="306071"/>
          </a:xfrm>
          <a:prstGeom prst="rect">
            <a:avLst/>
          </a:prstGeom>
          <a:solidFill>
            <a:srgbClr val="225FD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3" name="Rounded Rectangle 22"/>
          <p:cNvSpPr/>
          <p:nvPr/>
        </p:nvSpPr>
        <p:spPr>
          <a:xfrm>
            <a:off x="12323199" y="6177646"/>
            <a:ext cx="307976" cy="306071"/>
          </a:xfrm>
          <a:prstGeom prst="rect">
            <a:avLst/>
          </a:prstGeom>
          <a:solidFill>
            <a:srgbClr val="5E7AF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4" name="Rounded Rectangle 22"/>
          <p:cNvSpPr/>
          <p:nvPr/>
        </p:nvSpPr>
        <p:spPr>
          <a:xfrm>
            <a:off x="12323199" y="6551930"/>
            <a:ext cx="307976" cy="306071"/>
          </a:xfrm>
          <a:prstGeom prst="rect">
            <a:avLst/>
          </a:prstGeom>
          <a:solidFill>
            <a:srgbClr val="8F7FE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5" name="文本框 3"/>
          <p:cNvSpPr txBox="1"/>
          <p:nvPr/>
        </p:nvSpPr>
        <p:spPr>
          <a:xfrm>
            <a:off x="11861564" y="9008232"/>
            <a:ext cx="1480655" cy="5232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r>
              <a:t>在这占位</a:t>
            </a:r>
          </a:p>
          <a:p>
            <a: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r>
              <a:t>防止轻易跨页滚动</a:t>
            </a:r>
          </a:p>
        </p:txBody>
      </p:sp>
      <p:sp>
        <p:nvSpPr>
          <p:cNvPr id="1246" name="Rounded Rectangle 21"/>
          <p:cNvSpPr/>
          <p:nvPr/>
        </p:nvSpPr>
        <p:spPr>
          <a:xfrm>
            <a:off x="12707083" y="6551930"/>
            <a:ext cx="307975" cy="306071"/>
          </a:xfrm>
          <a:prstGeom prst="rect">
            <a:avLst/>
          </a:prstGeom>
          <a:solidFill>
            <a:srgbClr val="5F4FB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7" name="矩形 12"/>
          <p:cNvSpPr/>
          <p:nvPr/>
        </p:nvSpPr>
        <p:spPr>
          <a:xfrm>
            <a:off x="12321702" y="5052467"/>
            <a:ext cx="307976" cy="298736"/>
          </a:xfrm>
          <a:prstGeom prst="rect">
            <a:avLst/>
          </a:prstGeom>
          <a:solidFill>
            <a:srgbClr val="2FE0FF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48" name="矩形 15"/>
          <p:cNvSpPr/>
          <p:nvPr/>
        </p:nvSpPr>
        <p:spPr>
          <a:xfrm>
            <a:off x="12323199" y="2801697"/>
            <a:ext cx="307976" cy="304132"/>
          </a:xfrm>
          <a:prstGeom prst="rect">
            <a:avLst/>
          </a:prstGeom>
          <a:solidFill>
            <a:srgbClr val="FF6E17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49" name="矩形 16"/>
          <p:cNvSpPr/>
          <p:nvPr/>
        </p:nvSpPr>
        <p:spPr>
          <a:xfrm>
            <a:off x="12323198" y="3560226"/>
            <a:ext cx="307976" cy="300078"/>
          </a:xfrm>
          <a:prstGeom prst="rect">
            <a:avLst/>
          </a:prstGeom>
          <a:solidFill>
            <a:srgbClr val="E53935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50" name="Rounded Rectangle 22"/>
          <p:cNvSpPr/>
          <p:nvPr/>
        </p:nvSpPr>
        <p:spPr>
          <a:xfrm>
            <a:off x="12707080" y="5803365"/>
            <a:ext cx="307976" cy="306071"/>
          </a:xfrm>
          <a:prstGeom prst="rect">
            <a:avLst/>
          </a:prstGeom>
          <a:solidFill>
            <a:srgbClr val="1B327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1" name="Rounded Rectangle 22"/>
          <p:cNvSpPr/>
          <p:nvPr/>
        </p:nvSpPr>
        <p:spPr>
          <a:xfrm>
            <a:off x="12705584" y="4671210"/>
            <a:ext cx="307976" cy="306072"/>
          </a:xfrm>
          <a:prstGeom prst="rect">
            <a:avLst/>
          </a:prstGeom>
          <a:solidFill>
            <a:srgbClr val="2C88B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2" name="Rounded Rectangle 22"/>
          <p:cNvSpPr/>
          <p:nvPr/>
        </p:nvSpPr>
        <p:spPr>
          <a:xfrm>
            <a:off x="12321702" y="4671731"/>
            <a:ext cx="307976" cy="306071"/>
          </a:xfrm>
          <a:prstGeom prst="rect">
            <a:avLst/>
          </a:prstGeom>
          <a:solidFill>
            <a:srgbClr val="3B7DD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3" name="文本框 17"/>
          <p:cNvSpPr txBox="1"/>
          <p:nvPr/>
        </p:nvSpPr>
        <p:spPr>
          <a:xfrm>
            <a:off x="13206730" y="998219"/>
            <a:ext cx="836296" cy="3073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辅助文字</a:t>
            </a:r>
          </a:p>
        </p:txBody>
      </p:sp>
      <p:sp>
        <p:nvSpPr>
          <p:cNvPr id="1254" name="文本框 20"/>
          <p:cNvSpPr txBox="1"/>
          <p:nvPr/>
        </p:nvSpPr>
        <p:spPr>
          <a:xfrm>
            <a:off x="12785911" y="-368321"/>
            <a:ext cx="455296" cy="5232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白色背景</a:t>
            </a:r>
          </a:p>
        </p:txBody>
      </p:sp>
      <p:sp>
        <p:nvSpPr>
          <p:cNvPr id="1255" name="Rounded Rectangle 22"/>
          <p:cNvSpPr/>
          <p:nvPr/>
        </p:nvSpPr>
        <p:spPr>
          <a:xfrm>
            <a:off x="409114" y="6909434"/>
            <a:ext cx="307976" cy="306071"/>
          </a:xfrm>
          <a:prstGeom prst="rect">
            <a:avLst/>
          </a:prstGeom>
          <a:solidFill>
            <a:srgbClr val="F54D6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6" name="Rounded Rectangle 22"/>
          <p:cNvSpPr/>
          <p:nvPr/>
        </p:nvSpPr>
        <p:spPr>
          <a:xfrm>
            <a:off x="0" y="6909434"/>
            <a:ext cx="307975" cy="306071"/>
          </a:xfrm>
          <a:prstGeom prst="rect">
            <a:avLst/>
          </a:prstGeom>
          <a:solidFill>
            <a:srgbClr val="F889A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7" name="Rounded Rectangle 22"/>
          <p:cNvSpPr/>
          <p:nvPr/>
        </p:nvSpPr>
        <p:spPr>
          <a:xfrm>
            <a:off x="1227345" y="6909434"/>
            <a:ext cx="307976" cy="306071"/>
          </a:xfrm>
          <a:prstGeom prst="rect">
            <a:avLst/>
          </a:prstGeom>
          <a:solidFill>
            <a:srgbClr val="F8A21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8" name="Rounded Rectangle 22"/>
          <p:cNvSpPr/>
          <p:nvPr/>
        </p:nvSpPr>
        <p:spPr>
          <a:xfrm>
            <a:off x="1636459" y="6909434"/>
            <a:ext cx="307976" cy="306071"/>
          </a:xfrm>
          <a:prstGeom prst="rect">
            <a:avLst/>
          </a:prstGeom>
          <a:solidFill>
            <a:srgbClr val="E3AB4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9" name="Rounded Rectangle 22"/>
          <p:cNvSpPr/>
          <p:nvPr/>
        </p:nvSpPr>
        <p:spPr>
          <a:xfrm>
            <a:off x="2454690" y="6909434"/>
            <a:ext cx="307976" cy="306071"/>
          </a:xfrm>
          <a:prstGeom prst="rect">
            <a:avLst/>
          </a:prstGeom>
          <a:solidFill>
            <a:srgbClr val="EBD86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0" name="Rounded Rectangle 22"/>
          <p:cNvSpPr/>
          <p:nvPr/>
        </p:nvSpPr>
        <p:spPr>
          <a:xfrm>
            <a:off x="2863805" y="6909434"/>
            <a:ext cx="307976" cy="306071"/>
          </a:xfrm>
          <a:prstGeom prst="rect">
            <a:avLst/>
          </a:prstGeom>
          <a:solidFill>
            <a:srgbClr val="53E0B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1" name="Rounded Rectangle 22"/>
          <p:cNvSpPr/>
          <p:nvPr/>
        </p:nvSpPr>
        <p:spPr>
          <a:xfrm>
            <a:off x="3272919" y="6909434"/>
            <a:ext cx="307976" cy="306071"/>
          </a:xfrm>
          <a:prstGeom prst="rect">
            <a:avLst/>
          </a:prstGeom>
          <a:solidFill>
            <a:srgbClr val="3EC2A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2" name="Rounded Rectangle 22"/>
          <p:cNvSpPr/>
          <p:nvPr/>
        </p:nvSpPr>
        <p:spPr>
          <a:xfrm>
            <a:off x="4909380" y="6909434"/>
            <a:ext cx="307976" cy="306071"/>
          </a:xfrm>
          <a:prstGeom prst="rect">
            <a:avLst/>
          </a:prstGeom>
          <a:solidFill>
            <a:srgbClr val="46D0F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3" name="Rounded Rectangle 22"/>
          <p:cNvSpPr/>
          <p:nvPr/>
        </p:nvSpPr>
        <p:spPr>
          <a:xfrm>
            <a:off x="5318495" y="6909434"/>
            <a:ext cx="307976" cy="306071"/>
          </a:xfrm>
          <a:prstGeom prst="rect">
            <a:avLst/>
          </a:prstGeom>
          <a:solidFill>
            <a:srgbClr val="2B5EC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4" name="Rounded Rectangle 22"/>
          <p:cNvSpPr/>
          <p:nvPr/>
        </p:nvSpPr>
        <p:spPr>
          <a:xfrm>
            <a:off x="5727610" y="6909434"/>
            <a:ext cx="307976" cy="306071"/>
          </a:xfrm>
          <a:prstGeom prst="rect">
            <a:avLst/>
          </a:prstGeom>
          <a:solidFill>
            <a:srgbClr val="225FD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5" name="Rounded Rectangle 22"/>
          <p:cNvSpPr/>
          <p:nvPr/>
        </p:nvSpPr>
        <p:spPr>
          <a:xfrm>
            <a:off x="6545839" y="6909434"/>
            <a:ext cx="307976" cy="306071"/>
          </a:xfrm>
          <a:prstGeom prst="rect">
            <a:avLst/>
          </a:prstGeom>
          <a:solidFill>
            <a:srgbClr val="5E7AF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6" name="Rounded Rectangle 22"/>
          <p:cNvSpPr/>
          <p:nvPr/>
        </p:nvSpPr>
        <p:spPr>
          <a:xfrm>
            <a:off x="6954955" y="6909434"/>
            <a:ext cx="307976" cy="306071"/>
          </a:xfrm>
          <a:prstGeom prst="rect">
            <a:avLst/>
          </a:prstGeom>
          <a:solidFill>
            <a:srgbClr val="8F7FE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7" name="Rounded Rectangle 21"/>
          <p:cNvSpPr/>
          <p:nvPr/>
        </p:nvSpPr>
        <p:spPr>
          <a:xfrm>
            <a:off x="7364063" y="6909434"/>
            <a:ext cx="307975" cy="306071"/>
          </a:xfrm>
          <a:prstGeom prst="rect">
            <a:avLst/>
          </a:prstGeom>
          <a:solidFill>
            <a:srgbClr val="5F4FB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8" name="矩形 44"/>
          <p:cNvSpPr/>
          <p:nvPr/>
        </p:nvSpPr>
        <p:spPr>
          <a:xfrm>
            <a:off x="4500264" y="6909434"/>
            <a:ext cx="307976" cy="298736"/>
          </a:xfrm>
          <a:prstGeom prst="rect">
            <a:avLst/>
          </a:prstGeom>
          <a:solidFill>
            <a:srgbClr val="2FE0FF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69" name="矩形 45"/>
          <p:cNvSpPr/>
          <p:nvPr/>
        </p:nvSpPr>
        <p:spPr>
          <a:xfrm>
            <a:off x="818229" y="6909434"/>
            <a:ext cx="307976" cy="304132"/>
          </a:xfrm>
          <a:prstGeom prst="rect">
            <a:avLst/>
          </a:prstGeom>
          <a:solidFill>
            <a:srgbClr val="FF6E17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70" name="矩形 46"/>
          <p:cNvSpPr/>
          <p:nvPr/>
        </p:nvSpPr>
        <p:spPr>
          <a:xfrm>
            <a:off x="2045574" y="6909434"/>
            <a:ext cx="307976" cy="300078"/>
          </a:xfrm>
          <a:prstGeom prst="rect">
            <a:avLst/>
          </a:prstGeom>
          <a:solidFill>
            <a:srgbClr val="E53935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71" name="Rounded Rectangle 22"/>
          <p:cNvSpPr/>
          <p:nvPr/>
        </p:nvSpPr>
        <p:spPr>
          <a:xfrm>
            <a:off x="6136725" y="6909434"/>
            <a:ext cx="307976" cy="306071"/>
          </a:xfrm>
          <a:prstGeom prst="rect">
            <a:avLst/>
          </a:prstGeom>
          <a:solidFill>
            <a:srgbClr val="1B327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72" name="Rounded Rectangle 22"/>
          <p:cNvSpPr/>
          <p:nvPr/>
        </p:nvSpPr>
        <p:spPr>
          <a:xfrm>
            <a:off x="4091149" y="6909434"/>
            <a:ext cx="307976" cy="306071"/>
          </a:xfrm>
          <a:prstGeom prst="rect">
            <a:avLst/>
          </a:prstGeom>
          <a:solidFill>
            <a:srgbClr val="2C88B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73" name="Rounded Rectangle 22"/>
          <p:cNvSpPr/>
          <p:nvPr/>
        </p:nvSpPr>
        <p:spPr>
          <a:xfrm>
            <a:off x="3682034" y="6909434"/>
            <a:ext cx="307976" cy="306071"/>
          </a:xfrm>
          <a:prstGeom prst="rect">
            <a:avLst/>
          </a:prstGeom>
          <a:solidFill>
            <a:srgbClr val="3B7DD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grpSp>
        <p:nvGrpSpPr>
          <p:cNvPr id="1278" name="圆柱形 24"/>
          <p:cNvGrpSpPr/>
          <p:nvPr/>
        </p:nvGrpSpPr>
        <p:grpSpPr>
          <a:xfrm>
            <a:off x="-10160" y="7511415"/>
            <a:ext cx="1136651" cy="294641"/>
            <a:chOff x="0" y="0"/>
            <a:chExt cx="1136650" cy="294640"/>
          </a:xfrm>
        </p:grpSpPr>
        <p:grpSp>
          <p:nvGrpSpPr>
            <p:cNvPr id="1276" name="成组"/>
            <p:cNvGrpSpPr/>
            <p:nvPr/>
          </p:nvGrpSpPr>
          <p:grpSpPr>
            <a:xfrm>
              <a:off x="0" y="-1"/>
              <a:ext cx="1136651" cy="294642"/>
              <a:chOff x="0" y="0"/>
              <a:chExt cx="1136650" cy="294640"/>
            </a:xfrm>
          </p:grpSpPr>
          <p:sp>
            <p:nvSpPr>
              <p:cNvPr id="1274" name="形状"/>
              <p:cNvSpPr/>
              <p:nvPr/>
            </p:nvSpPr>
            <p:spPr>
              <a:xfrm rot="5400000">
                <a:off x="421005" y="-421006"/>
                <a:ext cx="294641" cy="11366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286"/>
                    </a:moveTo>
                    <a:cubicBezTo>
                      <a:pt x="0" y="576"/>
                      <a:pt x="4835" y="0"/>
                      <a:pt x="10800" y="0"/>
                    </a:cubicBezTo>
                    <a:cubicBezTo>
                      <a:pt x="16765" y="0"/>
                      <a:pt x="21600" y="576"/>
                      <a:pt x="21600" y="1286"/>
                    </a:cubicBezTo>
                    <a:lnTo>
                      <a:pt x="21600" y="20314"/>
                    </a:lnTo>
                    <a:cubicBezTo>
                      <a:pt x="21600" y="21024"/>
                      <a:pt x="16765" y="21600"/>
                      <a:pt x="10800" y="21600"/>
                    </a:cubicBezTo>
                    <a:cubicBezTo>
                      <a:pt x="4835" y="21600"/>
                      <a:pt x="0" y="21024"/>
                      <a:pt x="0" y="203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300"/>
                </a:pPr>
                <a:endParaRPr/>
              </a:p>
            </p:txBody>
          </p:sp>
          <p:sp>
            <p:nvSpPr>
              <p:cNvPr id="1275" name="椭圆形"/>
              <p:cNvSpPr/>
              <p:nvPr/>
            </p:nvSpPr>
            <p:spPr>
              <a:xfrm rot="5400000">
                <a:off x="921647" y="79637"/>
                <a:ext cx="294641" cy="135367"/>
              </a:xfrm>
              <a:prstGeom prst="ellipse">
                <a:avLst/>
              </a:prstGeom>
              <a:solidFill>
                <a:srgbClr val="FFFFFF">
                  <a:alpha val="4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300"/>
                </a:pPr>
                <a:endParaRPr/>
              </a:p>
            </p:txBody>
          </p:sp>
        </p:grpSp>
        <p:sp>
          <p:nvSpPr>
            <p:cNvPr id="1277" name="AMI相关"/>
            <p:cNvSpPr txBox="1"/>
            <p:nvPr/>
          </p:nvSpPr>
          <p:spPr>
            <a:xfrm>
              <a:off x="67682" y="20320"/>
              <a:ext cx="933603" cy="254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14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pPr>
              <a:r>
                <a:t>AMI相关</a:t>
              </a:r>
            </a:p>
          </p:txBody>
        </p:sp>
      </p:grpSp>
      <p:grpSp>
        <p:nvGrpSpPr>
          <p:cNvPr id="1281" name="矩形: 圆角 71"/>
          <p:cNvGrpSpPr/>
          <p:nvPr/>
        </p:nvGrpSpPr>
        <p:grpSpPr>
          <a:xfrm>
            <a:off x="7771765" y="7512050"/>
            <a:ext cx="1136651" cy="348616"/>
            <a:chOff x="0" y="0"/>
            <a:chExt cx="1136650" cy="348615"/>
          </a:xfrm>
        </p:grpSpPr>
        <p:sp>
          <p:nvSpPr>
            <p:cNvPr id="1279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69"/>
              </a:avLst>
            </a:prstGeom>
            <a:solidFill>
              <a:srgbClr val="907FE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80" name="周边系统"/>
            <p:cNvSpPr txBox="1"/>
            <p:nvPr/>
          </p:nvSpPr>
          <p:spPr>
            <a:xfrm>
              <a:off x="10484" y="66357"/>
              <a:ext cx="1115682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周边系统</a:t>
              </a:r>
            </a:p>
          </p:txBody>
        </p:sp>
      </p:grpSp>
      <p:grpSp>
        <p:nvGrpSpPr>
          <p:cNvPr id="1284" name="矩形: 圆角 71"/>
          <p:cNvGrpSpPr/>
          <p:nvPr/>
        </p:nvGrpSpPr>
        <p:grpSpPr>
          <a:xfrm>
            <a:off x="9111615" y="7512050"/>
            <a:ext cx="1136651" cy="348616"/>
            <a:chOff x="0" y="0"/>
            <a:chExt cx="1136650" cy="348615"/>
          </a:xfrm>
        </p:grpSpPr>
        <p:sp>
          <p:nvSpPr>
            <p:cNvPr id="1282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70"/>
              </a:avLst>
            </a:prstGeom>
            <a:solidFill>
              <a:srgbClr val="225FD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83" name="周边系统"/>
            <p:cNvSpPr txBox="1"/>
            <p:nvPr/>
          </p:nvSpPr>
          <p:spPr>
            <a:xfrm>
              <a:off x="10485" y="66357"/>
              <a:ext cx="1115680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周边系统</a:t>
              </a:r>
            </a:p>
          </p:txBody>
        </p:sp>
      </p:grpSp>
      <p:grpSp>
        <p:nvGrpSpPr>
          <p:cNvPr id="1287" name="矩形: 圆角 71"/>
          <p:cNvGrpSpPr/>
          <p:nvPr/>
        </p:nvGrpSpPr>
        <p:grpSpPr>
          <a:xfrm>
            <a:off x="1233169" y="7511415"/>
            <a:ext cx="1136651" cy="348616"/>
            <a:chOff x="0" y="0"/>
            <a:chExt cx="1136650" cy="348615"/>
          </a:xfrm>
        </p:grpSpPr>
        <p:sp>
          <p:nvSpPr>
            <p:cNvPr id="1285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69"/>
              </a:avLst>
            </a:prstGeom>
            <a:solidFill>
              <a:srgbClr val="1B327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86" name="系统边界"/>
            <p:cNvSpPr txBox="1"/>
            <p:nvPr/>
          </p:nvSpPr>
          <p:spPr>
            <a:xfrm>
              <a:off x="10484" y="66357"/>
              <a:ext cx="1115682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系统边界</a:t>
              </a:r>
            </a:p>
          </p:txBody>
        </p:sp>
      </p:grpSp>
      <p:grpSp>
        <p:nvGrpSpPr>
          <p:cNvPr id="1290" name="矩形: 圆角 71"/>
          <p:cNvGrpSpPr/>
          <p:nvPr/>
        </p:nvGrpSpPr>
        <p:grpSpPr>
          <a:xfrm>
            <a:off x="2545079" y="7511415"/>
            <a:ext cx="1136651" cy="348616"/>
            <a:chOff x="0" y="0"/>
            <a:chExt cx="1136650" cy="348615"/>
          </a:xfrm>
        </p:grpSpPr>
        <p:sp>
          <p:nvSpPr>
            <p:cNvPr id="1288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69"/>
              </a:avLst>
            </a:prstGeom>
            <a:solidFill>
              <a:srgbClr val="225FD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89" name="内部大类"/>
            <p:cNvSpPr txBox="1"/>
            <p:nvPr/>
          </p:nvSpPr>
          <p:spPr>
            <a:xfrm>
              <a:off x="10484" y="66357"/>
              <a:ext cx="1115682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内部大类</a:t>
              </a:r>
            </a:p>
          </p:txBody>
        </p:sp>
      </p:grpSp>
      <p:grpSp>
        <p:nvGrpSpPr>
          <p:cNvPr id="1293" name="矩形: 圆角 71"/>
          <p:cNvGrpSpPr/>
          <p:nvPr/>
        </p:nvGrpSpPr>
        <p:grpSpPr>
          <a:xfrm>
            <a:off x="3772534" y="7511415"/>
            <a:ext cx="1136651" cy="348616"/>
            <a:chOff x="0" y="0"/>
            <a:chExt cx="1136650" cy="348615"/>
          </a:xfrm>
        </p:grpSpPr>
        <p:sp>
          <p:nvSpPr>
            <p:cNvPr id="1291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69"/>
              </a:avLst>
            </a:prstGeom>
            <a:solidFill>
              <a:srgbClr val="2B5EC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92" name="模块/组件"/>
            <p:cNvSpPr txBox="1"/>
            <p:nvPr/>
          </p:nvSpPr>
          <p:spPr>
            <a:xfrm>
              <a:off x="10484" y="66357"/>
              <a:ext cx="1115682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pPr>
              <a:r>
                <a:t>模块/组件</a:t>
              </a:r>
            </a:p>
          </p:txBody>
        </p:sp>
      </p:grpSp>
      <p:grpSp>
        <p:nvGrpSpPr>
          <p:cNvPr id="1296" name="矩形: 圆角 71"/>
          <p:cNvGrpSpPr/>
          <p:nvPr/>
        </p:nvGrpSpPr>
        <p:grpSpPr>
          <a:xfrm>
            <a:off x="10381615" y="7510780"/>
            <a:ext cx="1136651" cy="348616"/>
            <a:chOff x="0" y="0"/>
            <a:chExt cx="1136650" cy="348615"/>
          </a:xfrm>
        </p:grpSpPr>
        <p:sp>
          <p:nvSpPr>
            <p:cNvPr id="1294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70"/>
              </a:avLst>
            </a:prstGeom>
            <a:solidFill>
              <a:srgbClr val="73839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95" name="外部系统"/>
            <p:cNvSpPr txBox="1"/>
            <p:nvPr/>
          </p:nvSpPr>
          <p:spPr>
            <a:xfrm>
              <a:off x="10485" y="66357"/>
              <a:ext cx="1115680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外部系统</a:t>
              </a:r>
            </a:p>
          </p:txBody>
        </p:sp>
      </p:grpSp>
      <p:sp>
        <p:nvSpPr>
          <p:cNvPr id="1297" name="上箭头 52"/>
          <p:cNvSpPr/>
          <p:nvPr/>
        </p:nvSpPr>
        <p:spPr>
          <a:xfrm rot="5400000">
            <a:off x="5931534" y="7519034"/>
            <a:ext cx="248921" cy="3644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1297"/>
                </a:moveTo>
                <a:lnTo>
                  <a:pt x="10800" y="0"/>
                </a:lnTo>
                <a:lnTo>
                  <a:pt x="21600" y="11297"/>
                </a:lnTo>
                <a:lnTo>
                  <a:pt x="15243" y="11297"/>
                </a:lnTo>
                <a:lnTo>
                  <a:pt x="15243" y="21600"/>
                </a:lnTo>
                <a:lnTo>
                  <a:pt x="6357" y="21600"/>
                </a:lnTo>
                <a:lnTo>
                  <a:pt x="6357" y="11297"/>
                </a:lnTo>
                <a:close/>
              </a:path>
            </a:pathLst>
          </a:custGeom>
          <a:solidFill>
            <a:srgbClr val="2FE0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98" name="文本框 53"/>
          <p:cNvSpPr txBox="1"/>
          <p:nvPr/>
        </p:nvSpPr>
        <p:spPr>
          <a:xfrm>
            <a:off x="5028565" y="7547609"/>
            <a:ext cx="824231" cy="3073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 spc="100">
                <a:solidFill>
                  <a:srgbClr val="FFFFFF"/>
                </a:solidFill>
                <a:effectLst>
                  <a:outerShdw blurRad="50800" dist="38100" dir="2700000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内部连接</a:t>
            </a:r>
          </a:p>
        </p:txBody>
      </p:sp>
      <p:sp>
        <p:nvSpPr>
          <p:cNvPr id="1299" name="上箭头 128"/>
          <p:cNvSpPr/>
          <p:nvPr/>
        </p:nvSpPr>
        <p:spPr>
          <a:xfrm rot="5400000">
            <a:off x="7377430" y="7503794"/>
            <a:ext cx="276861" cy="3644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2565"/>
                </a:moveTo>
                <a:lnTo>
                  <a:pt x="10800" y="0"/>
                </a:lnTo>
                <a:lnTo>
                  <a:pt x="21600" y="12565"/>
                </a:lnTo>
                <a:lnTo>
                  <a:pt x="15243" y="12565"/>
                </a:lnTo>
                <a:lnTo>
                  <a:pt x="15243" y="21600"/>
                </a:lnTo>
                <a:lnTo>
                  <a:pt x="6357" y="21600"/>
                </a:lnTo>
                <a:lnTo>
                  <a:pt x="6357" y="12565"/>
                </a:lnTo>
                <a:close/>
              </a:path>
            </a:pathLst>
          </a:custGeom>
          <a:solidFill>
            <a:srgbClr val="3D5A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>
                    <a:alpha val="50000"/>
                  </a:srgbClr>
                </a:solidFill>
                <a:effectLst>
                  <a:outerShdw blurRad="50800" dist="38100" dir="2700000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300" name="文本框 55"/>
          <p:cNvSpPr txBox="1"/>
          <p:nvPr/>
        </p:nvSpPr>
        <p:spPr>
          <a:xfrm>
            <a:off x="6488429" y="7546975"/>
            <a:ext cx="824231" cy="30734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 spc="100">
                <a:solidFill>
                  <a:srgbClr val="FFFFFF"/>
                </a:solidFill>
                <a:effectLst>
                  <a:outerShdw blurRad="50800" dist="38100" dir="2700000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外部连接</a:t>
            </a:r>
          </a:p>
        </p:txBody>
      </p:sp>
      <p:pic>
        <p:nvPicPr>
          <p:cNvPr id="1301" name="图片 6" descr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302" name="图片 2" descr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9430" y="321309"/>
            <a:ext cx="1155066" cy="243173"/>
          </a:xfrm>
          <a:prstGeom prst="rect">
            <a:avLst/>
          </a:prstGeom>
          <a:ln w="12700">
            <a:miter lim="400000"/>
            <a:headEnd/>
            <a:tailEnd/>
          </a:ln>
          <a:effectLst>
            <a:outerShdw blurRad="50800" dist="12700" dir="2700000" rotWithShape="0">
              <a:srgbClr val="000000">
                <a:alpha val="40000"/>
              </a:srgbClr>
            </a:outerShdw>
          </a:effectLst>
        </p:spPr>
      </p:pic>
      <p:sp>
        <p:nvSpPr>
          <p:cNvPr id="130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63880" y="253505"/>
            <a:ext cx="9954000" cy="522000"/>
          </a:xfrm>
        </p:spPr>
        <p:txBody>
          <a:bodyPr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</a:lstStyle>
          <a:p>
            <a:pPr lvl="0"/>
            <a:r>
              <a:rPr lang="en-US">
                <a:sym typeface="+mn-ea"/>
              </a:rPr>
              <a:t>Click to edit Master title style</a:t>
            </a:r>
            <a:endParaRPr dirty="0">
              <a:sym typeface="+mn-ea"/>
            </a:endParaRPr>
          </a:p>
        </p:txBody>
      </p:sp>
      <p:cxnSp>
        <p:nvCxnSpPr>
          <p:cNvPr id="4" name="直线连接符 1"/>
          <p:cNvCxnSpPr/>
          <p:nvPr>
            <p:custDataLst>
              <p:tags r:id="rId2"/>
            </p:custDataLst>
          </p:nvPr>
        </p:nvCxnSpPr>
        <p:spPr>
          <a:xfrm>
            <a:off x="526431" y="333197"/>
            <a:ext cx="0" cy="576000"/>
          </a:xfrm>
          <a:prstGeom prst="line">
            <a:avLst/>
          </a:prstGeom>
          <a:ln w="63500">
            <a:gradFill>
              <a:gsLst>
                <a:gs pos="0">
                  <a:srgbClr val="F54D61"/>
                </a:gs>
                <a:gs pos="100000">
                  <a:srgbClr val="FF000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占位符 1"/>
          <p:cNvSpPr>
            <a:spLocks noGrp="1"/>
          </p:cNvSpPr>
          <p:nvPr>
            <p:ph type="body" idx="10"/>
            <p:custDataLst>
              <p:tags r:id="rId3"/>
            </p:custDataLst>
          </p:nvPr>
        </p:nvSpPr>
        <p:spPr>
          <a:xfrm>
            <a:off x="563880" y="716208"/>
            <a:ext cx="9954260" cy="25560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kumimoji="0" lang="zh-CN" altLang="en-US" sz="1200" b="0" i="0" u="none" strike="noStrike" kern="1200" cap="none" spc="0" normalizeH="0" baseline="0" noProof="1" smtClean="0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70604342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无标题_纯白_右上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D:/华锐技术/01 公司品宣/华锐LOGO/华锐LOGO组合方式/华锐技术LOGO标准组合-横版中英文.png华锐技术LOGO标准组合-横版中英文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screen"/>
          <a:srcRect/>
          <a:stretch>
            <a:fillRect/>
          </a:stretch>
        </p:blipFill>
        <p:spPr>
          <a:xfrm>
            <a:off x="10679430" y="319772"/>
            <a:ext cx="1155600" cy="243284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63880" y="252730"/>
            <a:ext cx="9954000" cy="522000"/>
          </a:xfrm>
        </p:spPr>
        <p:txBody>
          <a:bodyPr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smtClean="0">
                <a:solidFill>
                  <a:srgbClr val="203864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</a:lstStyle>
          <a:p>
            <a:pPr lvl="0"/>
            <a:r>
              <a:rPr lang="en-US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0"/>
            <p:custDataLst>
              <p:tags r:id="rId3"/>
            </p:custDataLst>
          </p:nvPr>
        </p:nvSpPr>
        <p:spPr>
          <a:xfrm>
            <a:off x="563880" y="715645"/>
            <a:ext cx="9954260" cy="25560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kumimoji="0" lang="zh-CN" altLang="en-US" sz="1200" b="0" i="0" u="none" strike="noStrike" kern="1200" cap="none" spc="0" normalizeH="0" baseline="0" noProof="1" smtClean="0">
                <a:solidFill>
                  <a:srgbClr val="939AB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248256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页深色渐变-Logo右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幻灯片 16_9 25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 2" descr="D:/华锐技术/01 公司品宣/华锐LOGO/华锐LOGO组合方式/华锐技术LOGO标准组合-横版中英文（文字反白）.png华锐技术LOGO标准组合-横版中英文（文字反白）"/>
          <p:cNvPicPr>
            <a:picLocks noChangeAspect="1"/>
          </p:cNvPicPr>
          <p:nvPr userDrawn="1"/>
        </p:nvPicPr>
        <p:blipFill>
          <a:blip r:embed="rId5" cstate="screen"/>
          <a:srcRect/>
          <a:stretch>
            <a:fillRect/>
          </a:stretch>
        </p:blipFill>
        <p:spPr>
          <a:xfrm>
            <a:off x="10679430" y="321310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63880" y="253505"/>
            <a:ext cx="9954895" cy="521970"/>
          </a:xfrm>
        </p:spPr>
        <p:txBody>
          <a:bodyPr anchor="ctr" anchorCtr="0"/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cxnSp>
        <p:nvCxnSpPr>
          <p:cNvPr id="8" name="直线连接符 1"/>
          <p:cNvCxnSpPr/>
          <p:nvPr userDrawn="1">
            <p:custDataLst>
              <p:tags r:id="rId2"/>
            </p:custDataLst>
          </p:nvPr>
        </p:nvCxnSpPr>
        <p:spPr>
          <a:xfrm>
            <a:off x="526415" y="313690"/>
            <a:ext cx="0" cy="404378"/>
          </a:xfrm>
          <a:prstGeom prst="line">
            <a:avLst/>
          </a:prstGeom>
          <a:ln w="63500">
            <a:gradFill>
              <a:gsLst>
                <a:gs pos="0">
                  <a:srgbClr val="F54D61"/>
                </a:gs>
                <a:gs pos="100000">
                  <a:srgbClr val="FF000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华锐研究所LOGO标准组合-横版中英文（文字反白）" hidden="1"/>
          <p:cNvPicPr>
            <a:picLocks noChangeAspect="1"/>
          </p:cNvPicPr>
          <p:nvPr userDrawn="1"/>
        </p:nvPicPr>
        <p:blipFill>
          <a:blip r:embed="rId6" cstate="screen"/>
          <a:stretch>
            <a:fillRect/>
          </a:stretch>
        </p:blipFill>
        <p:spPr>
          <a:xfrm>
            <a:off x="10679464" y="319405"/>
            <a:ext cx="1273703" cy="24480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641750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内页深色渐变-Logo右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幻灯片 16_9 25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 2" descr="D:/华锐技术/01 公司品宣/华锐LOGO/华锐LOGO组合方式/华锐技术LOGO标准组合-横版中英文（文字反白）.png华锐技术LOGO标准组合-横版中英文（文字反白）"/>
          <p:cNvPicPr>
            <a:picLocks noChangeAspect="1"/>
          </p:cNvPicPr>
          <p:nvPr userDrawn="1"/>
        </p:nvPicPr>
        <p:blipFill>
          <a:blip r:embed="rId5" cstate="screen"/>
          <a:srcRect/>
          <a:stretch>
            <a:fillRect/>
          </a:stretch>
        </p:blipFill>
        <p:spPr>
          <a:xfrm>
            <a:off x="10679430" y="321310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63880" y="253505"/>
            <a:ext cx="9954895" cy="521970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cxnSp>
        <p:nvCxnSpPr>
          <p:cNvPr id="8" name="直线连接符 1"/>
          <p:cNvCxnSpPr/>
          <p:nvPr userDrawn="1">
            <p:custDataLst>
              <p:tags r:id="rId2"/>
            </p:custDataLst>
          </p:nvPr>
        </p:nvCxnSpPr>
        <p:spPr>
          <a:xfrm>
            <a:off x="526415" y="313690"/>
            <a:ext cx="0" cy="404378"/>
          </a:xfrm>
          <a:prstGeom prst="line">
            <a:avLst/>
          </a:prstGeom>
          <a:ln w="63500">
            <a:gradFill>
              <a:gsLst>
                <a:gs pos="0">
                  <a:srgbClr val="F54D61"/>
                </a:gs>
                <a:gs pos="100000">
                  <a:srgbClr val="FF000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华锐研究所LOGO标准组合-横版中英文（文字反白）" hidden="1"/>
          <p:cNvPicPr>
            <a:picLocks noChangeAspect="1"/>
          </p:cNvPicPr>
          <p:nvPr userDrawn="1"/>
        </p:nvPicPr>
        <p:blipFill>
          <a:blip r:embed="rId6" cstate="screen"/>
          <a:stretch>
            <a:fillRect/>
          </a:stretch>
        </p:blipFill>
        <p:spPr>
          <a:xfrm>
            <a:off x="10679464" y="319405"/>
            <a:ext cx="1273703" cy="24480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212858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95483"/>
              </a:gs>
              <a:gs pos="68000">
                <a:srgbClr val="072448"/>
              </a:gs>
            </a:gsLst>
            <a:lin ang="3300000" scaled="0"/>
          </a:gradFill>
          <a:ln w="25400" cap="flat">
            <a:noFill/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6800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  <a:sym typeface="Helvetic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838869" y="600356"/>
            <a:ext cx="1603465" cy="3375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59743070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形状 14"/>
          <p:cNvSpPr/>
          <p:nvPr/>
        </p:nvSpPr>
        <p:spPr>
          <a:xfrm>
            <a:off x="1" y="1"/>
            <a:ext cx="4362405" cy="6858000"/>
          </a:xfrm>
          <a:custGeom>
            <a:avLst/>
            <a:gdLst>
              <a:gd name="connsiteX0" fmla="*/ 0 w 8724808"/>
              <a:gd name="connsiteY0" fmla="*/ 0 h 13716000"/>
              <a:gd name="connsiteX1" fmla="*/ 7113954 w 8724808"/>
              <a:gd name="connsiteY1" fmla="*/ 0 h 13716000"/>
              <a:gd name="connsiteX2" fmla="*/ 7228935 w 8724808"/>
              <a:gd name="connsiteY2" fmla="*/ 219261 h 13716000"/>
              <a:gd name="connsiteX3" fmla="*/ 8724808 w 8724808"/>
              <a:gd name="connsiteY3" fmla="*/ 6858000 h 13716000"/>
              <a:gd name="connsiteX4" fmla="*/ 7228935 w 8724808"/>
              <a:gd name="connsiteY4" fmla="*/ 13496738 h 13716000"/>
              <a:gd name="connsiteX5" fmla="*/ 7113953 w 8724808"/>
              <a:gd name="connsiteY5" fmla="*/ 13716000 h 13716000"/>
              <a:gd name="connsiteX6" fmla="*/ 0 w 8724808"/>
              <a:gd name="connsiteY6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24808" h="13716000">
                <a:moveTo>
                  <a:pt x="0" y="0"/>
                </a:moveTo>
                <a:lnTo>
                  <a:pt x="7113954" y="0"/>
                </a:lnTo>
                <a:lnTo>
                  <a:pt x="7228935" y="219261"/>
                </a:lnTo>
                <a:cubicBezTo>
                  <a:pt x="8169676" y="2081760"/>
                  <a:pt x="8724808" y="4376269"/>
                  <a:pt x="8724808" y="6858000"/>
                </a:cubicBezTo>
                <a:cubicBezTo>
                  <a:pt x="8724808" y="9339731"/>
                  <a:pt x="8169676" y="11634239"/>
                  <a:pt x="7228935" y="13496738"/>
                </a:cubicBezTo>
                <a:lnTo>
                  <a:pt x="7113953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2D477A"/>
              </a:gs>
              <a:gs pos="99000">
                <a:srgbClr val="042B5C"/>
              </a:gs>
            </a:gsLst>
            <a:lin ang="2700000" scaled="0"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fromWordArt="0" anchor="ctr" anchorCtr="0" forceAA="0" compatLnSpc="1">
            <a:noAutofit/>
          </a:bodyPr>
          <a:lstStyle/>
          <a:p>
            <a:pPr defTabSz="412750"/>
            <a:endParaRPr lang="zh-CN" altLang="en-US" sz="1600" b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  <a:sym typeface="Helvetica Neue Medium" panose="02000503000000020004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1108710" y="2403475"/>
            <a:ext cx="2145030" cy="1264920"/>
            <a:chOff x="1742" y="4076"/>
            <a:chExt cx="3378" cy="1992"/>
          </a:xfrm>
        </p:grpSpPr>
        <p:sp>
          <p:nvSpPr>
            <p:cNvPr id="2" name="îŝ1íḓe"/>
            <p:cNvSpPr/>
            <p:nvPr/>
          </p:nvSpPr>
          <p:spPr>
            <a:xfrm>
              <a:off x="1742" y="4076"/>
              <a:ext cx="3378" cy="1284"/>
            </a:xfrm>
            <a:prstGeom prst="rect">
              <a:avLst/>
            </a:prstGeom>
          </p:spPr>
          <p:txBody>
            <a:bodyPr wrap="square" lIns="91441" tIns="45720" rIns="91441" bIns="45720" anchor="ctr">
              <a:no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4400">
                <a:defRPr/>
              </a:pPr>
              <a:r>
                <a:rPr lang="zh-CN" altLang="en-US" sz="6000" dirty="0">
                  <a:solidFill>
                    <a:srgbClr val="FFFFFF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  <a:cs typeface="微软雅黑" panose="020B0503020204020204" pitchFamily="34" charset="-122"/>
                </a:rPr>
                <a:t>目录</a:t>
              </a:r>
            </a:p>
          </p:txBody>
        </p:sp>
        <p:sp>
          <p:nvSpPr>
            <p:cNvPr id="24" name="矩形 29"/>
            <p:cNvSpPr txBox="1"/>
            <p:nvPr/>
          </p:nvSpPr>
          <p:spPr>
            <a:xfrm>
              <a:off x="1954" y="5440"/>
              <a:ext cx="2648" cy="628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45720" rIns="45720">
              <a:spAutoFit/>
            </a:bodyPr>
            <a:lstStyle>
              <a:lvl1pPr>
                <a:defRPr sz="1600">
                  <a:solidFill>
                    <a:srgbClr val="1B2F48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</a:lstStyle>
            <a:p>
              <a:pPr algn="l"/>
              <a:r>
                <a:rPr sz="2000" b="0" i="0" dirty="0">
                  <a:solidFill>
                    <a:schemeClr val="bg1">
                      <a:alpha val="30000"/>
                    </a:scheme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Inter UI" panose="020B0502030000000004" pitchFamily="34" charset="0"/>
                  <a:ea typeface="Inter UI" panose="020B0502030000000004" pitchFamily="34" charset="0"/>
                </a:rPr>
                <a:t>CONTENT</a:t>
              </a:r>
              <a:r>
                <a:rPr lang="en-US" sz="2000" b="0" i="0" dirty="0">
                  <a:solidFill>
                    <a:schemeClr val="bg1">
                      <a:alpha val="30000"/>
                    </a:scheme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Inter UI" panose="020B0502030000000004" pitchFamily="34" charset="0"/>
                  <a:ea typeface="Inter UI" panose="020B0502030000000004" pitchFamily="34" charset="0"/>
                </a:rPr>
                <a:t>S</a:t>
              </a:r>
            </a:p>
          </p:txBody>
        </p:sp>
      </p:grpSp>
      <p:pic>
        <p:nvPicPr>
          <p:cNvPr id="8" name="图片 7" descr="组 12"/>
          <p:cNvPicPr>
            <a:picLocks noChangeAspect="1"/>
          </p:cNvPicPr>
          <p:nvPr/>
        </p:nvPicPr>
        <p:blipFill>
          <a:blip r:embed="rId2" cstate="screen">
            <a:alphaModFix amt="8000"/>
          </a:blip>
          <a:stretch>
            <a:fillRect/>
          </a:stretch>
        </p:blipFill>
        <p:spPr>
          <a:xfrm>
            <a:off x="336550" y="4083685"/>
            <a:ext cx="3495040" cy="1967230"/>
          </a:xfrm>
          <a:prstGeom prst="rect">
            <a:avLst/>
          </a:prstGeom>
          <a:effectLst>
            <a:reflection blurRad="6350" stA="70000" endA="300" endPos="55000" dist="1143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120523324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纯色内页（旧版兼容）-右上Logo">
    <p:bg>
      <p:bgPr>
        <a:solidFill>
          <a:srgbClr val="0D31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0679430" y="318135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803773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纯色内页（加深）-右上Logo">
    <p:bg>
      <p:bgPr>
        <a:solidFill>
          <a:srgbClr val="0A2B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0679430" y="318135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430609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渐变内页-右上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-635" y="0"/>
            <a:ext cx="12192635" cy="6858000"/>
          </a:xfrm>
          <a:prstGeom prst="rect">
            <a:avLst/>
          </a:prstGeom>
          <a:gradFill>
            <a:gsLst>
              <a:gs pos="0">
                <a:srgbClr val="2D507C"/>
              </a:gs>
              <a:gs pos="100000">
                <a:srgbClr val="020B31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034A7C"/>
              </a:gs>
              <a:gs pos="100000">
                <a:srgbClr val="020B31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144778"/>
              </a:gs>
              <a:gs pos="100000">
                <a:srgbClr val="071E47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0679430" y="318135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33870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渐变内页-右下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-635" y="0"/>
            <a:ext cx="12192635" cy="6858000"/>
          </a:xfrm>
          <a:prstGeom prst="rect">
            <a:avLst/>
          </a:prstGeom>
          <a:gradFill>
            <a:gsLst>
              <a:gs pos="0">
                <a:srgbClr val="2E497C"/>
              </a:gs>
              <a:gs pos="100000">
                <a:srgbClr val="020B31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0679430" y="6403340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156690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页深色渐变-Logo右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幻灯片 16_9 25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0679430" y="318135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160462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蓝黑中央渐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3" descr="图片 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12700">
            <a:miter lim="400000"/>
            <a:headEnd/>
            <a:tailEnd/>
          </a:ln>
        </p:spPr>
      </p:pic>
      <p:sp>
        <p:nvSpPr>
          <p:cNvPr id="2" name="Rounded Rectangle 20"/>
          <p:cNvSpPr/>
          <p:nvPr>
            <p:custDataLst>
              <p:tags r:id="rId1"/>
            </p:custDataLst>
          </p:nvPr>
        </p:nvSpPr>
        <p:spPr>
          <a:xfrm>
            <a:off x="12332208" y="2000440"/>
            <a:ext cx="1080135" cy="359410"/>
          </a:xfrm>
          <a:prstGeom prst="rect">
            <a:avLst/>
          </a:prstGeom>
          <a:solidFill>
            <a:srgbClr val="2D9D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id-ID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ounded Rectangle 21"/>
          <p:cNvSpPr/>
          <p:nvPr>
            <p:custDataLst>
              <p:tags r:id="rId2"/>
            </p:custDataLst>
          </p:nvPr>
        </p:nvSpPr>
        <p:spPr>
          <a:xfrm>
            <a:off x="13527962" y="6500685"/>
            <a:ext cx="1080135" cy="359410"/>
          </a:xfrm>
          <a:prstGeom prst="rect">
            <a:avLst/>
          </a:prstGeom>
          <a:solidFill>
            <a:srgbClr val="5F4FBD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id-ID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ounded Rectangle 22"/>
          <p:cNvSpPr/>
          <p:nvPr>
            <p:custDataLst>
              <p:tags r:id="rId3"/>
            </p:custDataLst>
          </p:nvPr>
        </p:nvSpPr>
        <p:spPr>
          <a:xfrm>
            <a:off x="12332208" y="2499550"/>
            <a:ext cx="1080135" cy="359410"/>
          </a:xfrm>
          <a:prstGeom prst="rect">
            <a:avLst/>
          </a:prstGeom>
          <a:solidFill>
            <a:srgbClr val="0B5FD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id-ID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ounded Rectangle 23"/>
          <p:cNvSpPr/>
          <p:nvPr>
            <p:custDataLst>
              <p:tags r:id="rId4"/>
            </p:custDataLst>
          </p:nvPr>
        </p:nvSpPr>
        <p:spPr>
          <a:xfrm>
            <a:off x="12332208" y="5003355"/>
            <a:ext cx="1080135" cy="359410"/>
          </a:xfrm>
          <a:prstGeom prst="rect">
            <a:avLst/>
          </a:prstGeom>
          <a:solidFill>
            <a:srgbClr val="2EC2A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id-ID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ounded Rectangle 21"/>
          <p:cNvSpPr/>
          <p:nvPr>
            <p:custDataLst>
              <p:tags r:id="rId5"/>
            </p:custDataLst>
          </p:nvPr>
        </p:nvSpPr>
        <p:spPr>
          <a:xfrm>
            <a:off x="12332208" y="2998025"/>
            <a:ext cx="1080135" cy="359410"/>
          </a:xfrm>
          <a:prstGeom prst="rect">
            <a:avLst/>
          </a:prstGeom>
          <a:solidFill>
            <a:srgbClr val="FFA20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id-ID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ounded Rectangle 21"/>
          <p:cNvSpPr/>
          <p:nvPr>
            <p:custDataLst>
              <p:tags r:id="rId6"/>
            </p:custDataLst>
          </p:nvPr>
        </p:nvSpPr>
        <p:spPr>
          <a:xfrm>
            <a:off x="12332208" y="6500685"/>
            <a:ext cx="1080135" cy="359410"/>
          </a:xfrm>
          <a:prstGeom prst="rect">
            <a:avLst/>
          </a:prstGeom>
          <a:solidFill>
            <a:srgbClr val="F54D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id-ID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2332208" y="5502465"/>
            <a:ext cx="1080135" cy="359410"/>
          </a:xfrm>
          <a:prstGeom prst="rect">
            <a:avLst/>
          </a:prstGeom>
          <a:solidFill>
            <a:srgbClr val="2FE0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2332208" y="6999795"/>
            <a:ext cx="1080135" cy="35941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2332208" y="4504245"/>
            <a:ext cx="1080135" cy="359410"/>
          </a:xfrm>
          <a:prstGeom prst="rect">
            <a:avLst/>
          </a:prstGeom>
          <a:solidFill>
            <a:srgbClr val="53DFB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2332208" y="3497135"/>
            <a:ext cx="1080135" cy="359410"/>
          </a:xfrm>
          <a:prstGeom prst="rect">
            <a:avLst/>
          </a:prstGeom>
          <a:solidFill>
            <a:srgbClr val="FF6E17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2332208" y="4000690"/>
            <a:ext cx="1080135" cy="360045"/>
          </a:xfrm>
          <a:prstGeom prst="rect">
            <a:avLst/>
          </a:prstGeom>
          <a:solidFill>
            <a:srgbClr val="E5393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2332208" y="6001575"/>
            <a:ext cx="1080135" cy="359410"/>
          </a:xfrm>
          <a:prstGeom prst="rect">
            <a:avLst/>
          </a:prstGeom>
          <a:solidFill>
            <a:srgbClr val="FF89A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3527962" y="6001575"/>
            <a:ext cx="1080135" cy="359410"/>
          </a:xfrm>
          <a:prstGeom prst="rect">
            <a:avLst/>
          </a:prstGeom>
          <a:solidFill>
            <a:srgbClr val="8F7FE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8" name="Rounded Rectangle 22"/>
          <p:cNvSpPr/>
          <p:nvPr>
            <p:custDataLst>
              <p:tags r:id="rId7"/>
            </p:custDataLst>
          </p:nvPr>
        </p:nvSpPr>
        <p:spPr>
          <a:xfrm>
            <a:off x="12332208" y="1496885"/>
            <a:ext cx="1080135" cy="359410"/>
          </a:xfrm>
          <a:prstGeom prst="rect">
            <a:avLst/>
          </a:prstGeom>
          <a:solidFill>
            <a:srgbClr val="16388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id-ID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Rounded Rectangle 22"/>
          <p:cNvSpPr/>
          <p:nvPr>
            <p:custDataLst>
              <p:tags r:id="rId8"/>
            </p:custDataLst>
          </p:nvPr>
        </p:nvSpPr>
        <p:spPr>
          <a:xfrm>
            <a:off x="12332208" y="1001585"/>
            <a:ext cx="1080135" cy="359410"/>
          </a:xfrm>
          <a:prstGeom prst="rect">
            <a:avLst/>
          </a:prstGeom>
          <a:solidFill>
            <a:srgbClr val="0F255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id-ID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Rounded Rectangle 22"/>
          <p:cNvSpPr/>
          <p:nvPr>
            <p:custDataLst>
              <p:tags r:id="rId9"/>
            </p:custDataLst>
          </p:nvPr>
        </p:nvSpPr>
        <p:spPr>
          <a:xfrm>
            <a:off x="12332208" y="506285"/>
            <a:ext cx="1080135" cy="359410"/>
          </a:xfrm>
          <a:prstGeom prst="rect">
            <a:avLst/>
          </a:prstGeom>
          <a:solidFill>
            <a:srgbClr val="1736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id-ID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0003468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纯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82272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纯白-右上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0694034" y="309679"/>
            <a:ext cx="1192531" cy="25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4834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纯白-右下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0694034" y="6426660"/>
            <a:ext cx="1192531" cy="25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2480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纯白-左下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358543" y="6426660"/>
            <a:ext cx="1192531" cy="25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27712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697911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目录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4033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节标题">
    <p:bg>
      <p:bgPr>
        <a:gradFill>
          <a:gsLst>
            <a:gs pos="10000">
              <a:srgbClr val="093676"/>
            </a:gs>
            <a:gs pos="100000">
              <a:srgbClr val="15236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58755" y="98499"/>
            <a:ext cx="12074489" cy="522004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90000"/>
              </a:lnSpc>
              <a:buNone/>
              <a:defRPr kumimoji="0" lang="en-US" sz="2800" b="1" i="0" u="none" strike="noStrike" kern="1200" cap="none" spc="0" normalizeH="0" baseline="0" noProof="1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  <a:sym typeface="+mn-ea"/>
              </a:defRPr>
            </a:lvl1pPr>
          </a:lstStyle>
          <a:p>
            <a:pPr lvl="0"/>
            <a:r>
              <a:rPr lang="en-US">
                <a:sym typeface="+mn-ea"/>
              </a:rPr>
              <a:t>Click to edit Master subtitle style</a:t>
            </a:r>
            <a:endParaRPr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14432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标题_纯色内页-右上Logo"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D:/华锐技术/01 公司品宣/华锐LOGO/华锐LOGO组合方式/华锐技术LOGO标准组合-横版中英文（文字反白）.png华锐技术LOGO标准组合-横版中英文（文字反白）"/>
          <p:cNvPicPr>
            <a:picLocks noChangeAspect="1"/>
          </p:cNvPicPr>
          <p:nvPr/>
        </p:nvPicPr>
        <p:blipFill>
          <a:blip r:embed="rId5" cstate="screen"/>
          <a:srcRect/>
          <a:stretch>
            <a:fillRect/>
          </a:stretch>
        </p:blipFill>
        <p:spPr>
          <a:xfrm>
            <a:off x="10679430" y="321310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63880" y="253505"/>
            <a:ext cx="9954895" cy="521970"/>
          </a:xfrm>
        </p:spPr>
        <p:txBody>
          <a:bodyPr anchor="ctr" anchorCtr="0"/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cxnSp>
        <p:nvCxnSpPr>
          <p:cNvPr id="8" name="直线连接符 1"/>
          <p:cNvCxnSpPr/>
          <p:nvPr>
            <p:custDataLst>
              <p:tags r:id="rId2"/>
            </p:custDataLst>
          </p:nvPr>
        </p:nvCxnSpPr>
        <p:spPr>
          <a:xfrm>
            <a:off x="526415" y="332740"/>
            <a:ext cx="0" cy="410209"/>
          </a:xfrm>
          <a:prstGeom prst="line">
            <a:avLst/>
          </a:prstGeom>
          <a:ln w="63500">
            <a:gradFill>
              <a:gsLst>
                <a:gs pos="0">
                  <a:srgbClr val="F54D61"/>
                </a:gs>
                <a:gs pos="100000">
                  <a:srgbClr val="FF000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877258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英文标题_纯色内页_右上Logo">
    <p:bg>
      <p:bgPr>
        <a:solidFill>
          <a:srgbClr val="0D31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63880" y="253505"/>
            <a:ext cx="9954000" cy="522000"/>
          </a:xfrm>
        </p:spPr>
        <p:txBody>
          <a:bodyPr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</a:lstStyle>
          <a:p>
            <a:pPr lvl="0"/>
            <a:r>
              <a:rPr lang="en-US">
                <a:sym typeface="+mn-ea"/>
              </a:rPr>
              <a:t>Click to edit Master title style</a:t>
            </a:r>
            <a:endParaRPr dirty="0">
              <a:sym typeface="+mn-ea"/>
            </a:endParaRPr>
          </a:p>
        </p:txBody>
      </p:sp>
      <p:pic>
        <p:nvPicPr>
          <p:cNvPr id="6" name="图片 5" descr="D:/华锐技术/01 公司品宣/华锐LOGO/华锐LOGO组合方式/华锐技术LOGO标准组合-横版中英文（文字反白）.png华锐技术LOGO标准组合-横版中英文（文字反白）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screen"/>
          <a:srcRect/>
          <a:stretch>
            <a:fillRect/>
          </a:stretch>
        </p:blipFill>
        <p:spPr>
          <a:xfrm>
            <a:off x="10679430" y="320675"/>
            <a:ext cx="1155065" cy="243205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文本占位符 1"/>
          <p:cNvSpPr>
            <a:spLocks noGrp="1"/>
          </p:cNvSpPr>
          <p:nvPr>
            <p:ph type="body" idx="10"/>
            <p:custDataLst>
              <p:tags r:id="rId3"/>
            </p:custDataLst>
          </p:nvPr>
        </p:nvSpPr>
        <p:spPr>
          <a:xfrm>
            <a:off x="563880" y="716208"/>
            <a:ext cx="9954260" cy="25560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kumimoji="0" lang="zh-CN" altLang="en-US" sz="1200" b="0" i="0" u="none" strike="noStrike" kern="1200" cap="none" spc="0" normalizeH="0" baseline="0" noProof="1" smtClean="0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667741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33D3FF9-6580-481B-BB0F-299469E2D7BA}" type="datetime1">
              <a:rPr lang="zh-TW" altLang="en-US" smtClean="0"/>
              <a:t>2026/4/23</a:t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443E713-C768-4BB8-A4CE-C96AFF4B35DA}" type="slidenum">
              <a:rPr lang="zh-TW" altLang="en-US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8193395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中文标题_深色内页">
    <p:bg>
      <p:bgPr>
        <a:solidFill>
          <a:srgbClr val="0425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幻灯片 16_9 25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49250" y="252000"/>
            <a:ext cx="10076180" cy="521970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3599" y="215343"/>
            <a:ext cx="1321412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70762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中文标题_纯色内页_右上Logo">
    <p:bg>
      <p:bgPr>
        <a:solidFill>
          <a:srgbClr val="0D31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幻灯片 16_9 25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 2" descr="D:/华锐技术/01 公司品宣/华锐LOGO/华锐LOGO组合方式/华锐技术LOGO标准组合-横版中英文（文字反白）.png华锐技术LOGO标准组合-横版中英文（文字反白）"/>
          <p:cNvPicPr>
            <a:picLocks noChangeAspect="1"/>
          </p:cNvPicPr>
          <p:nvPr/>
        </p:nvPicPr>
        <p:blipFill>
          <a:blip r:embed="rId5" cstate="screen"/>
          <a:srcRect/>
          <a:stretch>
            <a:fillRect/>
          </a:stretch>
        </p:blipFill>
        <p:spPr>
          <a:xfrm>
            <a:off x="10679430" y="321310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63880" y="253505"/>
            <a:ext cx="9954895" cy="521970"/>
          </a:xfrm>
        </p:spPr>
        <p:txBody>
          <a:bodyPr anchor="ctr" anchorCtr="0"/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cxnSp>
        <p:nvCxnSpPr>
          <p:cNvPr id="8" name="直线连接符 1"/>
          <p:cNvCxnSpPr/>
          <p:nvPr>
            <p:custDataLst>
              <p:tags r:id="rId2"/>
            </p:custDataLst>
          </p:nvPr>
        </p:nvCxnSpPr>
        <p:spPr>
          <a:xfrm>
            <a:off x="526415" y="332740"/>
            <a:ext cx="0" cy="404378"/>
          </a:xfrm>
          <a:prstGeom prst="line">
            <a:avLst/>
          </a:prstGeom>
          <a:ln w="63500">
            <a:gradFill>
              <a:gsLst>
                <a:gs pos="0">
                  <a:srgbClr val="F54D61"/>
                </a:gs>
                <a:gs pos="100000">
                  <a:srgbClr val="FF000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417957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页深色渐变-Logo右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幻灯片 16_9 25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 2" descr="D:/华锐技术/01 公司品宣/华锐LOGO/华锐LOGO组合方式/华锐技术LOGO标准组合-横版中英文（文字反白）.png华锐技术LOGO标准组合-横版中英文（文字反白）"/>
          <p:cNvPicPr>
            <a:picLocks noChangeAspect="1"/>
          </p:cNvPicPr>
          <p:nvPr userDrawn="1"/>
        </p:nvPicPr>
        <p:blipFill>
          <a:blip r:embed="rId5" cstate="screen"/>
          <a:srcRect/>
          <a:stretch>
            <a:fillRect/>
          </a:stretch>
        </p:blipFill>
        <p:spPr>
          <a:xfrm>
            <a:off x="10679430" y="321310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63880" y="253505"/>
            <a:ext cx="9954895" cy="521970"/>
          </a:xfrm>
        </p:spPr>
        <p:txBody>
          <a:bodyPr anchor="ctr" anchorCtr="0"/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cxnSp>
        <p:nvCxnSpPr>
          <p:cNvPr id="8" name="直线连接符 1"/>
          <p:cNvCxnSpPr/>
          <p:nvPr userDrawn="1">
            <p:custDataLst>
              <p:tags r:id="rId2"/>
            </p:custDataLst>
          </p:nvPr>
        </p:nvCxnSpPr>
        <p:spPr>
          <a:xfrm>
            <a:off x="526415" y="313690"/>
            <a:ext cx="0" cy="404378"/>
          </a:xfrm>
          <a:prstGeom prst="line">
            <a:avLst/>
          </a:prstGeom>
          <a:ln w="63500">
            <a:gradFill>
              <a:gsLst>
                <a:gs pos="0">
                  <a:srgbClr val="F54D61"/>
                </a:gs>
                <a:gs pos="100000">
                  <a:srgbClr val="FF000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华锐研究所LOGO标准组合-横版中英文（文字反白）" hidden="1"/>
          <p:cNvPicPr>
            <a:picLocks noChangeAspect="1"/>
          </p:cNvPicPr>
          <p:nvPr userDrawn="1"/>
        </p:nvPicPr>
        <p:blipFill>
          <a:blip r:embed="rId6" cstate="screen"/>
          <a:stretch>
            <a:fillRect/>
          </a:stretch>
        </p:blipFill>
        <p:spPr>
          <a:xfrm>
            <a:off x="10679464" y="319405"/>
            <a:ext cx="1273703" cy="24480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6631871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封面">
    <p:bg>
      <p:bgPr>
        <a:gradFill>
          <a:gsLst>
            <a:gs pos="0">
              <a:srgbClr val="285382"/>
            </a:gs>
            <a:gs pos="68000">
              <a:srgbClr val="072448"/>
            </a:gs>
          </a:gsLst>
          <a:lin ang="33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D:/华锐技术/01 公司品宣/华锐LOGO/华锐LOGO组合方式/华锐技术LOGO标准组合-横版中英文（文字反白）.png华锐技术LOGO标准组合-横版中英文（文字反白）"/>
          <p:cNvPicPr>
            <a:picLocks noChangeAspect="1"/>
          </p:cNvPicPr>
          <p:nvPr/>
        </p:nvPicPr>
        <p:blipFill>
          <a:blip r:embed="rId2" cstate="screen"/>
          <a:srcRect/>
          <a:stretch>
            <a:fillRect/>
          </a:stretch>
        </p:blipFill>
        <p:spPr>
          <a:xfrm>
            <a:off x="838869" y="600356"/>
            <a:ext cx="1603465" cy="3375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11655148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形状 14"/>
          <p:cNvSpPr/>
          <p:nvPr>
            <p:custDataLst>
              <p:tags r:id="rId1"/>
            </p:custDataLst>
          </p:nvPr>
        </p:nvSpPr>
        <p:spPr>
          <a:xfrm>
            <a:off x="1" y="1"/>
            <a:ext cx="4362405" cy="6858000"/>
          </a:xfrm>
          <a:custGeom>
            <a:avLst/>
            <a:gdLst>
              <a:gd name="connsiteX0" fmla="*/ 0 w 8724808"/>
              <a:gd name="connsiteY0" fmla="*/ 0 h 13716000"/>
              <a:gd name="connsiteX1" fmla="*/ 7113954 w 8724808"/>
              <a:gd name="connsiteY1" fmla="*/ 0 h 13716000"/>
              <a:gd name="connsiteX2" fmla="*/ 7228935 w 8724808"/>
              <a:gd name="connsiteY2" fmla="*/ 219261 h 13716000"/>
              <a:gd name="connsiteX3" fmla="*/ 8724808 w 8724808"/>
              <a:gd name="connsiteY3" fmla="*/ 6858000 h 13716000"/>
              <a:gd name="connsiteX4" fmla="*/ 7228935 w 8724808"/>
              <a:gd name="connsiteY4" fmla="*/ 13496738 h 13716000"/>
              <a:gd name="connsiteX5" fmla="*/ 7113953 w 8724808"/>
              <a:gd name="connsiteY5" fmla="*/ 13716000 h 13716000"/>
              <a:gd name="connsiteX6" fmla="*/ 0 w 8724808"/>
              <a:gd name="connsiteY6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24808" h="13716000">
                <a:moveTo>
                  <a:pt x="0" y="0"/>
                </a:moveTo>
                <a:lnTo>
                  <a:pt x="7113954" y="0"/>
                </a:lnTo>
                <a:lnTo>
                  <a:pt x="7228935" y="219261"/>
                </a:lnTo>
                <a:cubicBezTo>
                  <a:pt x="8169676" y="2081760"/>
                  <a:pt x="8724808" y="4376269"/>
                  <a:pt x="8724808" y="6858000"/>
                </a:cubicBezTo>
                <a:cubicBezTo>
                  <a:pt x="8724808" y="9339731"/>
                  <a:pt x="8169676" y="11634239"/>
                  <a:pt x="7228935" y="13496738"/>
                </a:cubicBezTo>
                <a:lnTo>
                  <a:pt x="7113953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2D477A"/>
              </a:gs>
              <a:gs pos="99000">
                <a:srgbClr val="042B5C"/>
              </a:gs>
            </a:gsLst>
            <a:lin ang="2700000" scaled="0"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fromWordArt="0" anchor="ctr" anchorCtr="0" forceAA="0" compatLnSpc="1">
            <a:noAutofit/>
          </a:bodyPr>
          <a:lstStyle/>
          <a:p>
            <a:pPr defTabSz="412750"/>
            <a:endParaRPr lang="zh-CN" altLang="en-US" sz="1600" b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  <a:sym typeface="Helvetica Neue Medium" panose="02000503000000020004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1108710" y="2403475"/>
            <a:ext cx="2145030" cy="1264920"/>
            <a:chOff x="1742" y="4076"/>
            <a:chExt cx="3378" cy="1992"/>
          </a:xfrm>
        </p:grpSpPr>
        <p:sp>
          <p:nvSpPr>
            <p:cNvPr id="2" name="îŝ1íḓe"/>
            <p:cNvSpPr/>
            <p:nvPr/>
          </p:nvSpPr>
          <p:spPr>
            <a:xfrm>
              <a:off x="1742" y="4076"/>
              <a:ext cx="3378" cy="1284"/>
            </a:xfrm>
            <a:prstGeom prst="rect">
              <a:avLst/>
            </a:prstGeom>
          </p:spPr>
          <p:txBody>
            <a:bodyPr wrap="square" lIns="91441" tIns="45720" rIns="91441" bIns="45720" anchor="ctr">
              <a:no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4400">
                <a:defRPr/>
              </a:pPr>
              <a:r>
                <a:rPr lang="zh-CN" altLang="en-US" sz="6000" dirty="0">
                  <a:solidFill>
                    <a:srgbClr val="FFFFFF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  <a:cs typeface="微软雅黑" panose="020B0503020204020204" pitchFamily="34" charset="-122"/>
                </a:rPr>
                <a:t>目录</a:t>
              </a:r>
            </a:p>
          </p:txBody>
        </p:sp>
        <p:sp>
          <p:nvSpPr>
            <p:cNvPr id="24" name="矩形 29"/>
            <p:cNvSpPr txBox="1"/>
            <p:nvPr/>
          </p:nvSpPr>
          <p:spPr>
            <a:xfrm>
              <a:off x="1954" y="5440"/>
              <a:ext cx="2648" cy="628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45720" rIns="45720">
              <a:spAutoFit/>
            </a:bodyPr>
            <a:lstStyle>
              <a:lvl1pPr>
                <a:defRPr sz="1600">
                  <a:solidFill>
                    <a:srgbClr val="1B2F48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</a:lstStyle>
            <a:p>
              <a:pPr algn="l"/>
              <a:r>
                <a:rPr sz="2000" b="0" i="0" dirty="0">
                  <a:solidFill>
                    <a:schemeClr val="bg1">
                      <a:alpha val="30000"/>
                    </a:scheme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Arial" panose="020B0604020202020204" pitchFamily="34" charset="0"/>
                </a:rPr>
                <a:t>CONTENT</a:t>
              </a:r>
              <a:r>
                <a:rPr lang="en-US" sz="2000" b="0" i="0" dirty="0">
                  <a:solidFill>
                    <a:schemeClr val="bg1">
                      <a:alpha val="30000"/>
                    </a:scheme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Arial" panose="020B0604020202020204" pitchFamily="34" charset="0"/>
                </a:rPr>
                <a:t>S</a:t>
              </a:r>
            </a:p>
          </p:txBody>
        </p:sp>
      </p:grpSp>
      <p:pic>
        <p:nvPicPr>
          <p:cNvPr id="8" name="图片 7" descr="组 12"/>
          <p:cNvPicPr>
            <a:picLocks noChangeAspect="1"/>
          </p:cNvPicPr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>
            <a:off x="336550" y="4083685"/>
            <a:ext cx="3495040" cy="1967230"/>
          </a:xfrm>
          <a:prstGeom prst="rect">
            <a:avLst/>
          </a:prstGeom>
          <a:effectLst>
            <a:reflection blurRad="6350" stA="70000" endA="300" endPos="55000" dist="1143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802588090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无标题_纯色内页-右上Logo">
    <p:bg>
      <p:bgPr>
        <a:solidFill>
          <a:srgbClr val="0D31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D:/华锐技术/01 公司品宣/华锐LOGO/华锐LOGO组合方式/华锐技术LOGO标准组合-横版中英文（文字反白）.png华锐技术LOGO标准组合-横版中英文（文字反白）"/>
          <p:cNvPicPr>
            <a:picLocks noChangeAspect="1"/>
          </p:cNvPicPr>
          <p:nvPr/>
        </p:nvPicPr>
        <p:blipFill>
          <a:blip r:embed="rId4" cstate="screen"/>
          <a:srcRect/>
          <a:stretch>
            <a:fillRect/>
          </a:stretch>
        </p:blipFill>
        <p:spPr>
          <a:xfrm>
            <a:off x="10679430" y="321310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标题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63880" y="253505"/>
            <a:ext cx="9954000" cy="522000"/>
          </a:xfrm>
        </p:spPr>
        <p:txBody>
          <a:bodyPr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</a:lstStyle>
          <a:p>
            <a:pPr lvl="0"/>
            <a:r>
              <a:rPr lang="en-US">
                <a:sym typeface="+mn-ea"/>
              </a:rPr>
              <a:t>Click to edit Master title style</a:t>
            </a:r>
            <a:endParaRPr dirty="0">
              <a:sym typeface="+mn-ea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0"/>
            <p:custDataLst>
              <p:tags r:id="rId2"/>
            </p:custDataLst>
          </p:nvPr>
        </p:nvSpPr>
        <p:spPr>
          <a:xfrm>
            <a:off x="563880" y="716208"/>
            <a:ext cx="9954260" cy="25560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kumimoji="0" lang="zh-CN" altLang="en-US" sz="1200" b="0" i="0" u="none" strike="noStrike" kern="1200" cap="none" spc="0" normalizeH="0" baseline="0" noProof="1" smtClean="0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013536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标题_纯色内页-右上Logo">
    <p:bg>
      <p:bgPr>
        <a:solidFill>
          <a:srgbClr val="0D31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D:/华锐技术/01 公司品宣/华锐LOGO/华锐LOGO组合方式/华锐技术LOGO标准组合-横版中英文（文字反白）.png华锐技术LOGO标准组合-横版中英文（文字反白）"/>
          <p:cNvPicPr>
            <a:picLocks noChangeAspect="1"/>
          </p:cNvPicPr>
          <p:nvPr/>
        </p:nvPicPr>
        <p:blipFill>
          <a:blip r:embed="rId4" cstate="screen"/>
          <a:srcRect/>
          <a:stretch>
            <a:fillRect/>
          </a:stretch>
        </p:blipFill>
        <p:spPr>
          <a:xfrm>
            <a:off x="10679430" y="321310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63880" y="253505"/>
            <a:ext cx="9954895" cy="521970"/>
          </a:xfrm>
        </p:spPr>
        <p:txBody>
          <a:bodyPr anchor="ctr" anchorCtr="0"/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cxnSp>
        <p:nvCxnSpPr>
          <p:cNvPr id="8" name="直线连接符 1"/>
          <p:cNvCxnSpPr/>
          <p:nvPr>
            <p:custDataLst>
              <p:tags r:id="rId2"/>
            </p:custDataLst>
          </p:nvPr>
        </p:nvCxnSpPr>
        <p:spPr>
          <a:xfrm>
            <a:off x="526415" y="332740"/>
            <a:ext cx="0" cy="410209"/>
          </a:xfrm>
          <a:prstGeom prst="line">
            <a:avLst/>
          </a:prstGeom>
          <a:ln w="63500">
            <a:gradFill>
              <a:gsLst>
                <a:gs pos="0">
                  <a:srgbClr val="F54D61"/>
                </a:gs>
                <a:gs pos="100000">
                  <a:srgbClr val="FF000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156717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英文标题_纯色内页-右上Logo">
    <p:bg>
      <p:bgPr>
        <a:solidFill>
          <a:srgbClr val="0D31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63880" y="253505"/>
            <a:ext cx="9954000" cy="522000"/>
          </a:xfrm>
        </p:spPr>
        <p:txBody>
          <a:bodyPr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</a:lstStyle>
          <a:p>
            <a:pPr lvl="0"/>
            <a:r>
              <a:rPr lang="en-US">
                <a:sym typeface="+mn-ea"/>
              </a:rPr>
              <a:t>Click to edit Master title style</a:t>
            </a:r>
            <a:endParaRPr dirty="0">
              <a:sym typeface="+mn-ea"/>
            </a:endParaRPr>
          </a:p>
        </p:txBody>
      </p:sp>
      <p:cxnSp>
        <p:nvCxnSpPr>
          <p:cNvPr id="4" name="直线连接符 1"/>
          <p:cNvCxnSpPr/>
          <p:nvPr>
            <p:custDataLst>
              <p:tags r:id="rId2"/>
            </p:custDataLst>
          </p:nvPr>
        </p:nvCxnSpPr>
        <p:spPr>
          <a:xfrm>
            <a:off x="526431" y="333197"/>
            <a:ext cx="0" cy="576000"/>
          </a:xfrm>
          <a:prstGeom prst="line">
            <a:avLst/>
          </a:prstGeom>
          <a:ln w="63500">
            <a:gradFill>
              <a:gsLst>
                <a:gs pos="0">
                  <a:srgbClr val="F54D61"/>
                </a:gs>
                <a:gs pos="100000">
                  <a:srgbClr val="FF000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占位符 1"/>
          <p:cNvSpPr>
            <a:spLocks noGrp="1"/>
          </p:cNvSpPr>
          <p:nvPr>
            <p:ph type="body" idx="10"/>
            <p:custDataLst>
              <p:tags r:id="rId3"/>
            </p:custDataLst>
          </p:nvPr>
        </p:nvSpPr>
        <p:spPr>
          <a:xfrm>
            <a:off x="563880" y="716208"/>
            <a:ext cx="9954260" cy="25560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kumimoji="0" lang="zh-CN" altLang="en-US" sz="1200" b="0" i="0" u="none" strike="noStrike" kern="1200" cap="none" spc="0" normalizeH="0" baseline="0" noProof="1" smtClean="0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pic>
        <p:nvPicPr>
          <p:cNvPr id="7" name="图片 6" descr="D:/华锐技术/01 公司品宣/华锐LOGO/华锐LOGO组合方式/华锐技术LOGO标准组合-横版中英文（文字反白）.png华锐技术LOGO标准组合-横版中英文（文字反白）"/>
          <p:cNvPicPr>
            <a:picLocks noChangeAspect="1"/>
          </p:cNvPicPr>
          <p:nvPr/>
        </p:nvPicPr>
        <p:blipFill>
          <a:blip r:embed="rId5" cstate="screen"/>
          <a:srcRect/>
          <a:stretch>
            <a:fillRect/>
          </a:stretch>
        </p:blipFill>
        <p:spPr>
          <a:xfrm>
            <a:off x="10679430" y="321310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3826600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标题_纯白-右上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D:/华锐技术/01 公司品宣/华锐LOGO/华锐LOGO组合方式/华锐技术LOGO标准组合-横版中英文.png华锐技术LOGO标准组合-横版中英文"/>
          <p:cNvPicPr>
            <a:picLocks noChangeAspect="1"/>
          </p:cNvPicPr>
          <p:nvPr/>
        </p:nvPicPr>
        <p:blipFill>
          <a:blip r:embed="rId4" cstate="screen"/>
          <a:srcRect/>
          <a:stretch>
            <a:fillRect/>
          </a:stretch>
        </p:blipFill>
        <p:spPr>
          <a:xfrm>
            <a:off x="10679430" y="319772"/>
            <a:ext cx="1155600" cy="2432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63880" y="253505"/>
            <a:ext cx="9954000" cy="522000"/>
          </a:xfrm>
        </p:spPr>
        <p:txBody>
          <a:bodyPr anchor="ctr" anchorCtr="0"/>
          <a:lstStyle>
            <a:lvl1pPr>
              <a:lnSpc>
                <a:spcPct val="100000"/>
              </a:lnSpc>
              <a:defRPr sz="2800" b="1">
                <a:solidFill>
                  <a:srgbClr val="203864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cxnSp>
        <p:nvCxnSpPr>
          <p:cNvPr id="4" name="直线连接符 1"/>
          <p:cNvCxnSpPr/>
          <p:nvPr>
            <p:custDataLst>
              <p:tags r:id="rId2"/>
            </p:custDataLst>
          </p:nvPr>
        </p:nvCxnSpPr>
        <p:spPr>
          <a:xfrm>
            <a:off x="526415" y="332740"/>
            <a:ext cx="0" cy="410209"/>
          </a:xfrm>
          <a:prstGeom prst="line">
            <a:avLst/>
          </a:prstGeom>
          <a:ln w="63500">
            <a:gradFill>
              <a:gsLst>
                <a:gs pos="0">
                  <a:srgbClr val="F54D61"/>
                </a:gs>
                <a:gs pos="100000">
                  <a:srgbClr val="FF000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396012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英文标题_纯白-右上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3880" y="252730"/>
            <a:ext cx="9954000" cy="522000"/>
          </a:xfrm>
        </p:spPr>
        <p:txBody>
          <a:bodyPr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smtClean="0">
                <a:solidFill>
                  <a:srgbClr val="203864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</a:lstStyle>
          <a:p>
            <a:pPr lvl="0"/>
            <a:r>
              <a:rPr lang="en-US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563880" y="715645"/>
            <a:ext cx="9954260" cy="25560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kumimoji="0" lang="zh-CN" altLang="en-US" sz="1200" b="0" i="0" u="none" strike="noStrike" kern="1200" cap="none" spc="0" normalizeH="0" baseline="0" noProof="1" smtClean="0">
                <a:solidFill>
                  <a:srgbClr val="939AB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cxnSp>
        <p:nvCxnSpPr>
          <p:cNvPr id="6" name="直线连接符 1"/>
          <p:cNvCxnSpPr/>
          <p:nvPr>
            <p:custDataLst>
              <p:tags r:id="rId1"/>
            </p:custDataLst>
          </p:nvPr>
        </p:nvCxnSpPr>
        <p:spPr>
          <a:xfrm>
            <a:off x="526431" y="331292"/>
            <a:ext cx="0" cy="576000"/>
          </a:xfrm>
          <a:prstGeom prst="line">
            <a:avLst/>
          </a:prstGeom>
          <a:ln w="63500">
            <a:gradFill>
              <a:gsLst>
                <a:gs pos="0">
                  <a:srgbClr val="F54D61"/>
                </a:gs>
                <a:gs pos="100000">
                  <a:srgbClr val="FF000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D:/华锐技术/01 公司品宣/华锐LOGO/华锐LOGO组合方式/华锐技术LOGO标准组合-横版中英文.png华锐技术LOGO标准组合-横版中英文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 cstate="screen"/>
          <a:srcRect/>
          <a:stretch>
            <a:fillRect/>
          </a:stretch>
        </p:blipFill>
        <p:spPr>
          <a:xfrm>
            <a:off x="10679430" y="319772"/>
            <a:ext cx="1155600" cy="243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43814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纯色内页（旧版兼容）-右上Logo">
    <p:bg>
      <p:bgPr>
        <a:solidFill>
          <a:srgbClr val="0D31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0679430" y="318135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0279326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中文标题_纯色内页_右上Logo">
    <p:bg>
      <p:bgPr>
        <a:solidFill>
          <a:srgbClr val="0D31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D:/华锐技术/01 公司品宣/华锐LOGO/华锐LOGO组合方式/华锐技术LOGO标准组合-横版中英文（文字反白）.png华锐技术LOGO标准组合-横版中英文（文字反白）"/>
          <p:cNvPicPr>
            <a:picLocks noChangeAspect="1"/>
          </p:cNvPicPr>
          <p:nvPr/>
        </p:nvPicPr>
        <p:blipFill>
          <a:blip r:embed="rId4" cstate="screen"/>
          <a:srcRect/>
          <a:stretch>
            <a:fillRect/>
          </a:stretch>
        </p:blipFill>
        <p:spPr>
          <a:xfrm>
            <a:off x="10679430" y="321310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63880" y="253505"/>
            <a:ext cx="9954895" cy="521970"/>
          </a:xfrm>
        </p:spPr>
        <p:txBody>
          <a:bodyPr anchor="ctr" anchorCtr="0"/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cxnSp>
        <p:nvCxnSpPr>
          <p:cNvPr id="8" name="直线连接符 1"/>
          <p:cNvCxnSpPr/>
          <p:nvPr>
            <p:custDataLst>
              <p:tags r:id="rId2"/>
            </p:custDataLst>
          </p:nvPr>
        </p:nvCxnSpPr>
        <p:spPr>
          <a:xfrm>
            <a:off x="526415" y="332740"/>
            <a:ext cx="0" cy="404378"/>
          </a:xfrm>
          <a:prstGeom prst="line">
            <a:avLst/>
          </a:prstGeom>
          <a:ln w="63500">
            <a:gradFill>
              <a:gsLst>
                <a:gs pos="0">
                  <a:srgbClr val="F54D61"/>
                </a:gs>
                <a:gs pos="100000">
                  <a:srgbClr val="FF000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02381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1363523" y="7885708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867523" y="7885708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9629123" y="7885708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720611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渐变内页-右上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-635" y="0"/>
            <a:ext cx="12192635" cy="6858000"/>
          </a:xfrm>
          <a:prstGeom prst="rect">
            <a:avLst/>
          </a:prstGeom>
          <a:gradFill>
            <a:gsLst>
              <a:gs pos="0">
                <a:srgbClr val="2D507C"/>
              </a:gs>
              <a:gs pos="100000">
                <a:srgbClr val="020B31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034A7C"/>
              </a:gs>
              <a:gs pos="100000">
                <a:srgbClr val="020B31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144778"/>
              </a:gs>
              <a:gs pos="100000">
                <a:srgbClr val="071E47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 descr="D:/华锐技术/01 公司品宣/华锐LOGO/华锐LOGO组合方式/华锐技术LOGO标准组合-横版中英文（文字反白）.png华锐技术LOGO标准组合-横版中英文（文字反白）"/>
          <p:cNvPicPr>
            <a:picLocks noChangeAspect="1"/>
          </p:cNvPicPr>
          <p:nvPr/>
        </p:nvPicPr>
        <p:blipFill>
          <a:blip r:embed="rId2" cstate="screen"/>
          <a:srcRect/>
          <a:stretch>
            <a:fillRect/>
          </a:stretch>
        </p:blipFill>
        <p:spPr>
          <a:xfrm>
            <a:off x="10679430" y="321310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6117911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渐变内页-右上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-635" y="0"/>
            <a:ext cx="12192635" cy="6858000"/>
          </a:xfrm>
          <a:prstGeom prst="rect">
            <a:avLst/>
          </a:prstGeom>
          <a:gradFill>
            <a:gsLst>
              <a:gs pos="0">
                <a:srgbClr val="2D507C"/>
              </a:gs>
              <a:gs pos="100000">
                <a:srgbClr val="020B31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034A7C"/>
              </a:gs>
              <a:gs pos="100000">
                <a:srgbClr val="020B31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144778"/>
              </a:gs>
              <a:gs pos="100000">
                <a:srgbClr val="071E47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63880" y="253505"/>
            <a:ext cx="9954000" cy="522000"/>
          </a:xfrm>
        </p:spPr>
        <p:txBody>
          <a:bodyPr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</a:lstStyle>
          <a:p>
            <a:pPr lvl="0"/>
            <a:r>
              <a:rPr lang="en-US">
                <a:sym typeface="+mn-ea"/>
              </a:rPr>
              <a:t>Click to edit Master title style</a:t>
            </a:r>
            <a:endParaRPr dirty="0">
              <a:sym typeface="+mn-ea"/>
            </a:endParaRPr>
          </a:p>
        </p:txBody>
      </p:sp>
      <p:cxnSp>
        <p:nvCxnSpPr>
          <p:cNvPr id="6" name="直线连接符 1"/>
          <p:cNvCxnSpPr/>
          <p:nvPr>
            <p:custDataLst>
              <p:tags r:id="rId2"/>
            </p:custDataLst>
          </p:nvPr>
        </p:nvCxnSpPr>
        <p:spPr>
          <a:xfrm>
            <a:off x="526431" y="333197"/>
            <a:ext cx="0" cy="576000"/>
          </a:xfrm>
          <a:prstGeom prst="line">
            <a:avLst/>
          </a:prstGeom>
          <a:ln w="63500">
            <a:gradFill>
              <a:gsLst>
                <a:gs pos="0">
                  <a:srgbClr val="F54D61"/>
                </a:gs>
                <a:gs pos="100000">
                  <a:srgbClr val="FF000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6"/>
          <p:cNvSpPr>
            <a:spLocks noGrp="1"/>
          </p:cNvSpPr>
          <p:nvPr>
            <p:ph type="body" idx="10"/>
            <p:custDataLst>
              <p:tags r:id="rId3"/>
            </p:custDataLst>
          </p:nvPr>
        </p:nvSpPr>
        <p:spPr>
          <a:xfrm>
            <a:off x="563880" y="716208"/>
            <a:ext cx="9954260" cy="25560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kumimoji="0" lang="zh-CN" altLang="en-US" sz="1200" b="0" i="0" u="none" strike="noStrike" kern="1200" cap="none" spc="0" normalizeH="0" baseline="0" noProof="1" smtClean="0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pic>
        <p:nvPicPr>
          <p:cNvPr id="8" name="图片 7" descr="D:/华锐技术/01 公司品宣/华锐LOGO/华锐LOGO组合方式/华锐技术LOGO标准组合-横版中英文（文字反白）.png华锐技术LOGO标准组合-横版中英文（文字反白）"/>
          <p:cNvPicPr>
            <a:picLocks noChangeAspect="1"/>
          </p:cNvPicPr>
          <p:nvPr/>
        </p:nvPicPr>
        <p:blipFill>
          <a:blip r:embed="rId5" cstate="screen"/>
          <a:srcRect/>
          <a:stretch>
            <a:fillRect/>
          </a:stretch>
        </p:blipFill>
        <p:spPr>
          <a:xfrm>
            <a:off x="10679430" y="321310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5753811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1_无标题_纯色内页-右上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Rounded Rectangle 22"/>
          <p:cNvSpPr/>
          <p:nvPr/>
        </p:nvSpPr>
        <p:spPr>
          <a:xfrm>
            <a:off x="12323199" y="138429"/>
            <a:ext cx="307976" cy="306071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25" name="文本框 39"/>
          <p:cNvSpPr txBox="1"/>
          <p:nvPr/>
        </p:nvSpPr>
        <p:spPr>
          <a:xfrm>
            <a:off x="13206730" y="138429"/>
            <a:ext cx="836296" cy="3073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标题文字</a:t>
            </a:r>
          </a:p>
        </p:txBody>
      </p:sp>
      <p:sp>
        <p:nvSpPr>
          <p:cNvPr id="1226" name="文本框 75"/>
          <p:cNvSpPr txBox="1"/>
          <p:nvPr/>
        </p:nvSpPr>
        <p:spPr>
          <a:xfrm>
            <a:off x="12270104" y="-368321"/>
            <a:ext cx="455296" cy="5232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深色背景</a:t>
            </a:r>
          </a:p>
        </p:txBody>
      </p:sp>
      <p:sp>
        <p:nvSpPr>
          <p:cNvPr id="1227" name="Rounded Rectangle 22"/>
          <p:cNvSpPr/>
          <p:nvPr/>
        </p:nvSpPr>
        <p:spPr>
          <a:xfrm>
            <a:off x="12837159" y="138429"/>
            <a:ext cx="307976" cy="306071"/>
          </a:xfrm>
          <a:prstGeom prst="rect">
            <a:avLst/>
          </a:prstGeom>
          <a:solidFill>
            <a:srgbClr val="28376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28" name="Rounded Rectangle 22"/>
          <p:cNvSpPr/>
          <p:nvPr/>
        </p:nvSpPr>
        <p:spPr>
          <a:xfrm>
            <a:off x="12323199" y="568325"/>
            <a:ext cx="307976" cy="306071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29" name="Rounded Rectangle 22"/>
          <p:cNvSpPr/>
          <p:nvPr/>
        </p:nvSpPr>
        <p:spPr>
          <a:xfrm>
            <a:off x="12837159" y="568325"/>
            <a:ext cx="307976" cy="306071"/>
          </a:xfrm>
          <a:prstGeom prst="rect">
            <a:avLst/>
          </a:prstGeom>
          <a:solidFill>
            <a:srgbClr val="41507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0" name="文本框 79"/>
          <p:cNvSpPr txBox="1"/>
          <p:nvPr/>
        </p:nvSpPr>
        <p:spPr>
          <a:xfrm>
            <a:off x="13206730" y="583565"/>
            <a:ext cx="836296" cy="3073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正文文字</a:t>
            </a:r>
          </a:p>
        </p:txBody>
      </p:sp>
      <p:sp>
        <p:nvSpPr>
          <p:cNvPr id="1231" name="Rounded Rectangle 22"/>
          <p:cNvSpPr/>
          <p:nvPr/>
        </p:nvSpPr>
        <p:spPr>
          <a:xfrm>
            <a:off x="12323199" y="998219"/>
            <a:ext cx="307976" cy="306071"/>
          </a:xfrm>
          <a:prstGeom prst="rect">
            <a:avLst/>
          </a:prstGeom>
          <a:solidFill>
            <a:srgbClr val="D9D9D9"/>
          </a:solidFill>
          <a:ln w="6350">
            <a:solidFill>
              <a:srgbClr val="59595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2" name="Rounded Rectangle 22"/>
          <p:cNvSpPr/>
          <p:nvPr/>
        </p:nvSpPr>
        <p:spPr>
          <a:xfrm>
            <a:off x="12837159" y="998219"/>
            <a:ext cx="307976" cy="306071"/>
          </a:xfrm>
          <a:prstGeom prst="rect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3" name="Rounded Rectangle 22"/>
          <p:cNvSpPr/>
          <p:nvPr/>
        </p:nvSpPr>
        <p:spPr>
          <a:xfrm>
            <a:off x="12323199" y="2434845"/>
            <a:ext cx="307976" cy="306071"/>
          </a:xfrm>
          <a:prstGeom prst="rect">
            <a:avLst/>
          </a:prstGeom>
          <a:solidFill>
            <a:srgbClr val="F54D6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4" name="Rounded Rectangle 22"/>
          <p:cNvSpPr/>
          <p:nvPr/>
        </p:nvSpPr>
        <p:spPr>
          <a:xfrm>
            <a:off x="12323199" y="2060566"/>
            <a:ext cx="307976" cy="306071"/>
          </a:xfrm>
          <a:prstGeom prst="rect">
            <a:avLst/>
          </a:prstGeom>
          <a:solidFill>
            <a:srgbClr val="F889A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5" name="Rounded Rectangle 22"/>
          <p:cNvSpPr/>
          <p:nvPr/>
        </p:nvSpPr>
        <p:spPr>
          <a:xfrm>
            <a:off x="12323199" y="3183406"/>
            <a:ext cx="307976" cy="306071"/>
          </a:xfrm>
          <a:prstGeom prst="rect">
            <a:avLst/>
          </a:prstGeom>
          <a:solidFill>
            <a:srgbClr val="F8A21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6" name="Rounded Rectangle 22"/>
          <p:cNvSpPr/>
          <p:nvPr/>
        </p:nvSpPr>
        <p:spPr>
          <a:xfrm>
            <a:off x="12707078" y="3183406"/>
            <a:ext cx="307976" cy="306071"/>
          </a:xfrm>
          <a:prstGeom prst="rect">
            <a:avLst/>
          </a:prstGeom>
          <a:solidFill>
            <a:srgbClr val="E3AB4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7" name="Rounded Rectangle 22"/>
          <p:cNvSpPr/>
          <p:nvPr/>
        </p:nvSpPr>
        <p:spPr>
          <a:xfrm>
            <a:off x="12707078" y="3554233"/>
            <a:ext cx="307976" cy="306071"/>
          </a:xfrm>
          <a:prstGeom prst="rect">
            <a:avLst/>
          </a:prstGeom>
          <a:solidFill>
            <a:srgbClr val="EBD86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8" name="Rounded Rectangle 22"/>
          <p:cNvSpPr/>
          <p:nvPr/>
        </p:nvSpPr>
        <p:spPr>
          <a:xfrm>
            <a:off x="12323199" y="3931965"/>
            <a:ext cx="307976" cy="306071"/>
          </a:xfrm>
          <a:prstGeom prst="rect">
            <a:avLst/>
          </a:prstGeom>
          <a:solidFill>
            <a:srgbClr val="53E0B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9" name="Rounded Rectangle 22"/>
          <p:cNvSpPr/>
          <p:nvPr/>
        </p:nvSpPr>
        <p:spPr>
          <a:xfrm>
            <a:off x="12323199" y="4306246"/>
            <a:ext cx="307976" cy="306071"/>
          </a:xfrm>
          <a:prstGeom prst="rect">
            <a:avLst/>
          </a:prstGeom>
          <a:solidFill>
            <a:srgbClr val="3EC2A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0" name="Rounded Rectangle 22"/>
          <p:cNvSpPr/>
          <p:nvPr/>
        </p:nvSpPr>
        <p:spPr>
          <a:xfrm>
            <a:off x="12710662" y="5047748"/>
            <a:ext cx="307976" cy="306071"/>
          </a:xfrm>
          <a:prstGeom prst="rect">
            <a:avLst/>
          </a:prstGeom>
          <a:solidFill>
            <a:srgbClr val="46D0F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1" name="Rounded Rectangle 22"/>
          <p:cNvSpPr/>
          <p:nvPr/>
        </p:nvSpPr>
        <p:spPr>
          <a:xfrm>
            <a:off x="12323199" y="5429086"/>
            <a:ext cx="307976" cy="306071"/>
          </a:xfrm>
          <a:prstGeom prst="rect">
            <a:avLst/>
          </a:prstGeom>
          <a:solidFill>
            <a:srgbClr val="2B5EC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2" name="Rounded Rectangle 22"/>
          <p:cNvSpPr/>
          <p:nvPr/>
        </p:nvSpPr>
        <p:spPr>
          <a:xfrm>
            <a:off x="12323199" y="5803365"/>
            <a:ext cx="307976" cy="306071"/>
          </a:xfrm>
          <a:prstGeom prst="rect">
            <a:avLst/>
          </a:prstGeom>
          <a:solidFill>
            <a:srgbClr val="225FD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3" name="Rounded Rectangle 22"/>
          <p:cNvSpPr/>
          <p:nvPr/>
        </p:nvSpPr>
        <p:spPr>
          <a:xfrm>
            <a:off x="12323199" y="6177646"/>
            <a:ext cx="307976" cy="306071"/>
          </a:xfrm>
          <a:prstGeom prst="rect">
            <a:avLst/>
          </a:prstGeom>
          <a:solidFill>
            <a:srgbClr val="5E7AF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4" name="Rounded Rectangle 22"/>
          <p:cNvSpPr/>
          <p:nvPr/>
        </p:nvSpPr>
        <p:spPr>
          <a:xfrm>
            <a:off x="12323199" y="6551930"/>
            <a:ext cx="307976" cy="306071"/>
          </a:xfrm>
          <a:prstGeom prst="rect">
            <a:avLst/>
          </a:prstGeom>
          <a:solidFill>
            <a:srgbClr val="8F7FE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5" name="文本框 3"/>
          <p:cNvSpPr txBox="1"/>
          <p:nvPr/>
        </p:nvSpPr>
        <p:spPr>
          <a:xfrm>
            <a:off x="11861564" y="9008232"/>
            <a:ext cx="1480655" cy="5232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r>
              <a:t>在这占位</a:t>
            </a:r>
          </a:p>
          <a:p>
            <a: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r>
              <a:t>防止轻易跨页滚动</a:t>
            </a:r>
          </a:p>
        </p:txBody>
      </p:sp>
      <p:sp>
        <p:nvSpPr>
          <p:cNvPr id="1246" name="Rounded Rectangle 21"/>
          <p:cNvSpPr/>
          <p:nvPr/>
        </p:nvSpPr>
        <p:spPr>
          <a:xfrm>
            <a:off x="12707083" y="6551930"/>
            <a:ext cx="307975" cy="306071"/>
          </a:xfrm>
          <a:prstGeom prst="rect">
            <a:avLst/>
          </a:prstGeom>
          <a:solidFill>
            <a:srgbClr val="5F4FB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7" name="矩形 12"/>
          <p:cNvSpPr/>
          <p:nvPr/>
        </p:nvSpPr>
        <p:spPr>
          <a:xfrm>
            <a:off x="12321702" y="5052467"/>
            <a:ext cx="307976" cy="298736"/>
          </a:xfrm>
          <a:prstGeom prst="rect">
            <a:avLst/>
          </a:prstGeom>
          <a:solidFill>
            <a:srgbClr val="2FE0FF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48" name="矩形 15"/>
          <p:cNvSpPr/>
          <p:nvPr/>
        </p:nvSpPr>
        <p:spPr>
          <a:xfrm>
            <a:off x="12323199" y="2801697"/>
            <a:ext cx="307976" cy="304132"/>
          </a:xfrm>
          <a:prstGeom prst="rect">
            <a:avLst/>
          </a:prstGeom>
          <a:solidFill>
            <a:srgbClr val="FF6E17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49" name="矩形 16"/>
          <p:cNvSpPr/>
          <p:nvPr/>
        </p:nvSpPr>
        <p:spPr>
          <a:xfrm>
            <a:off x="12323198" y="3560226"/>
            <a:ext cx="307976" cy="300078"/>
          </a:xfrm>
          <a:prstGeom prst="rect">
            <a:avLst/>
          </a:prstGeom>
          <a:solidFill>
            <a:srgbClr val="E53935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50" name="Rounded Rectangle 22"/>
          <p:cNvSpPr/>
          <p:nvPr/>
        </p:nvSpPr>
        <p:spPr>
          <a:xfrm>
            <a:off x="12707080" y="5803365"/>
            <a:ext cx="307976" cy="306071"/>
          </a:xfrm>
          <a:prstGeom prst="rect">
            <a:avLst/>
          </a:prstGeom>
          <a:solidFill>
            <a:srgbClr val="1B327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1" name="Rounded Rectangle 22"/>
          <p:cNvSpPr/>
          <p:nvPr/>
        </p:nvSpPr>
        <p:spPr>
          <a:xfrm>
            <a:off x="12705584" y="4671210"/>
            <a:ext cx="307976" cy="306072"/>
          </a:xfrm>
          <a:prstGeom prst="rect">
            <a:avLst/>
          </a:prstGeom>
          <a:solidFill>
            <a:srgbClr val="2C88B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2" name="Rounded Rectangle 22"/>
          <p:cNvSpPr/>
          <p:nvPr/>
        </p:nvSpPr>
        <p:spPr>
          <a:xfrm>
            <a:off x="12321702" y="4671731"/>
            <a:ext cx="307976" cy="306071"/>
          </a:xfrm>
          <a:prstGeom prst="rect">
            <a:avLst/>
          </a:prstGeom>
          <a:solidFill>
            <a:srgbClr val="3B7DD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3" name="文本框 17"/>
          <p:cNvSpPr txBox="1"/>
          <p:nvPr/>
        </p:nvSpPr>
        <p:spPr>
          <a:xfrm>
            <a:off x="13206730" y="998219"/>
            <a:ext cx="836296" cy="3073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辅助文字</a:t>
            </a:r>
          </a:p>
        </p:txBody>
      </p:sp>
      <p:sp>
        <p:nvSpPr>
          <p:cNvPr id="1254" name="文本框 20"/>
          <p:cNvSpPr txBox="1"/>
          <p:nvPr/>
        </p:nvSpPr>
        <p:spPr>
          <a:xfrm>
            <a:off x="12785911" y="-368321"/>
            <a:ext cx="455296" cy="5232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白色背景</a:t>
            </a:r>
          </a:p>
        </p:txBody>
      </p:sp>
      <p:sp>
        <p:nvSpPr>
          <p:cNvPr id="1255" name="Rounded Rectangle 22"/>
          <p:cNvSpPr/>
          <p:nvPr/>
        </p:nvSpPr>
        <p:spPr>
          <a:xfrm>
            <a:off x="409114" y="6909434"/>
            <a:ext cx="307976" cy="306071"/>
          </a:xfrm>
          <a:prstGeom prst="rect">
            <a:avLst/>
          </a:prstGeom>
          <a:solidFill>
            <a:srgbClr val="F54D6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6" name="Rounded Rectangle 22"/>
          <p:cNvSpPr/>
          <p:nvPr/>
        </p:nvSpPr>
        <p:spPr>
          <a:xfrm>
            <a:off x="0" y="6909434"/>
            <a:ext cx="307975" cy="306071"/>
          </a:xfrm>
          <a:prstGeom prst="rect">
            <a:avLst/>
          </a:prstGeom>
          <a:solidFill>
            <a:srgbClr val="F889A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7" name="Rounded Rectangle 22"/>
          <p:cNvSpPr/>
          <p:nvPr/>
        </p:nvSpPr>
        <p:spPr>
          <a:xfrm>
            <a:off x="1227345" y="6909434"/>
            <a:ext cx="307976" cy="306071"/>
          </a:xfrm>
          <a:prstGeom prst="rect">
            <a:avLst/>
          </a:prstGeom>
          <a:solidFill>
            <a:srgbClr val="F8A21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8" name="Rounded Rectangle 22"/>
          <p:cNvSpPr/>
          <p:nvPr/>
        </p:nvSpPr>
        <p:spPr>
          <a:xfrm>
            <a:off x="1636459" y="6909434"/>
            <a:ext cx="307976" cy="306071"/>
          </a:xfrm>
          <a:prstGeom prst="rect">
            <a:avLst/>
          </a:prstGeom>
          <a:solidFill>
            <a:srgbClr val="E3AB4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9" name="Rounded Rectangle 22"/>
          <p:cNvSpPr/>
          <p:nvPr/>
        </p:nvSpPr>
        <p:spPr>
          <a:xfrm>
            <a:off x="2454690" y="6909434"/>
            <a:ext cx="307976" cy="306071"/>
          </a:xfrm>
          <a:prstGeom prst="rect">
            <a:avLst/>
          </a:prstGeom>
          <a:solidFill>
            <a:srgbClr val="EBD86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0" name="Rounded Rectangle 22"/>
          <p:cNvSpPr/>
          <p:nvPr/>
        </p:nvSpPr>
        <p:spPr>
          <a:xfrm>
            <a:off x="2863805" y="6909434"/>
            <a:ext cx="307976" cy="306071"/>
          </a:xfrm>
          <a:prstGeom prst="rect">
            <a:avLst/>
          </a:prstGeom>
          <a:solidFill>
            <a:srgbClr val="53E0B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1" name="Rounded Rectangle 22"/>
          <p:cNvSpPr/>
          <p:nvPr/>
        </p:nvSpPr>
        <p:spPr>
          <a:xfrm>
            <a:off x="3272919" y="6909434"/>
            <a:ext cx="307976" cy="306071"/>
          </a:xfrm>
          <a:prstGeom prst="rect">
            <a:avLst/>
          </a:prstGeom>
          <a:solidFill>
            <a:srgbClr val="3EC2A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2" name="Rounded Rectangle 22"/>
          <p:cNvSpPr/>
          <p:nvPr/>
        </p:nvSpPr>
        <p:spPr>
          <a:xfrm>
            <a:off x="4909380" y="6909434"/>
            <a:ext cx="307976" cy="306071"/>
          </a:xfrm>
          <a:prstGeom prst="rect">
            <a:avLst/>
          </a:prstGeom>
          <a:solidFill>
            <a:srgbClr val="46D0F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3" name="Rounded Rectangle 22"/>
          <p:cNvSpPr/>
          <p:nvPr/>
        </p:nvSpPr>
        <p:spPr>
          <a:xfrm>
            <a:off x="5318495" y="6909434"/>
            <a:ext cx="307976" cy="306071"/>
          </a:xfrm>
          <a:prstGeom prst="rect">
            <a:avLst/>
          </a:prstGeom>
          <a:solidFill>
            <a:srgbClr val="2B5EC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4" name="Rounded Rectangle 22"/>
          <p:cNvSpPr/>
          <p:nvPr/>
        </p:nvSpPr>
        <p:spPr>
          <a:xfrm>
            <a:off x="5727610" y="6909434"/>
            <a:ext cx="307976" cy="306071"/>
          </a:xfrm>
          <a:prstGeom prst="rect">
            <a:avLst/>
          </a:prstGeom>
          <a:solidFill>
            <a:srgbClr val="225FD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5" name="Rounded Rectangle 22"/>
          <p:cNvSpPr/>
          <p:nvPr/>
        </p:nvSpPr>
        <p:spPr>
          <a:xfrm>
            <a:off x="6545839" y="6909434"/>
            <a:ext cx="307976" cy="306071"/>
          </a:xfrm>
          <a:prstGeom prst="rect">
            <a:avLst/>
          </a:prstGeom>
          <a:solidFill>
            <a:srgbClr val="5E7AF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6" name="Rounded Rectangle 22"/>
          <p:cNvSpPr/>
          <p:nvPr/>
        </p:nvSpPr>
        <p:spPr>
          <a:xfrm>
            <a:off x="6954955" y="6909434"/>
            <a:ext cx="307976" cy="306071"/>
          </a:xfrm>
          <a:prstGeom prst="rect">
            <a:avLst/>
          </a:prstGeom>
          <a:solidFill>
            <a:srgbClr val="8F7FE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7" name="Rounded Rectangle 21"/>
          <p:cNvSpPr/>
          <p:nvPr/>
        </p:nvSpPr>
        <p:spPr>
          <a:xfrm>
            <a:off x="7364063" y="6909434"/>
            <a:ext cx="307975" cy="306071"/>
          </a:xfrm>
          <a:prstGeom prst="rect">
            <a:avLst/>
          </a:prstGeom>
          <a:solidFill>
            <a:srgbClr val="5F4FB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8" name="矩形 44"/>
          <p:cNvSpPr/>
          <p:nvPr/>
        </p:nvSpPr>
        <p:spPr>
          <a:xfrm>
            <a:off x="4500264" y="6909434"/>
            <a:ext cx="307976" cy="298736"/>
          </a:xfrm>
          <a:prstGeom prst="rect">
            <a:avLst/>
          </a:prstGeom>
          <a:solidFill>
            <a:srgbClr val="2FE0FF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69" name="矩形 45"/>
          <p:cNvSpPr/>
          <p:nvPr/>
        </p:nvSpPr>
        <p:spPr>
          <a:xfrm>
            <a:off x="818229" y="6909434"/>
            <a:ext cx="307976" cy="304132"/>
          </a:xfrm>
          <a:prstGeom prst="rect">
            <a:avLst/>
          </a:prstGeom>
          <a:solidFill>
            <a:srgbClr val="FF6E17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70" name="矩形 46"/>
          <p:cNvSpPr/>
          <p:nvPr/>
        </p:nvSpPr>
        <p:spPr>
          <a:xfrm>
            <a:off x="2045574" y="6909434"/>
            <a:ext cx="307976" cy="300078"/>
          </a:xfrm>
          <a:prstGeom prst="rect">
            <a:avLst/>
          </a:prstGeom>
          <a:solidFill>
            <a:srgbClr val="E53935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71" name="Rounded Rectangle 22"/>
          <p:cNvSpPr/>
          <p:nvPr/>
        </p:nvSpPr>
        <p:spPr>
          <a:xfrm>
            <a:off x="6136725" y="6909434"/>
            <a:ext cx="307976" cy="306071"/>
          </a:xfrm>
          <a:prstGeom prst="rect">
            <a:avLst/>
          </a:prstGeom>
          <a:solidFill>
            <a:srgbClr val="1B327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72" name="Rounded Rectangle 22"/>
          <p:cNvSpPr/>
          <p:nvPr/>
        </p:nvSpPr>
        <p:spPr>
          <a:xfrm>
            <a:off x="4091149" y="6909434"/>
            <a:ext cx="307976" cy="306071"/>
          </a:xfrm>
          <a:prstGeom prst="rect">
            <a:avLst/>
          </a:prstGeom>
          <a:solidFill>
            <a:srgbClr val="2C88B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73" name="Rounded Rectangle 22"/>
          <p:cNvSpPr/>
          <p:nvPr/>
        </p:nvSpPr>
        <p:spPr>
          <a:xfrm>
            <a:off x="3682034" y="6909434"/>
            <a:ext cx="307976" cy="306071"/>
          </a:xfrm>
          <a:prstGeom prst="rect">
            <a:avLst/>
          </a:prstGeom>
          <a:solidFill>
            <a:srgbClr val="3B7DD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grpSp>
        <p:nvGrpSpPr>
          <p:cNvPr id="1278" name="圆柱形 24"/>
          <p:cNvGrpSpPr/>
          <p:nvPr/>
        </p:nvGrpSpPr>
        <p:grpSpPr>
          <a:xfrm>
            <a:off x="-10160" y="7511415"/>
            <a:ext cx="1136651" cy="294641"/>
            <a:chOff x="0" y="0"/>
            <a:chExt cx="1136650" cy="294640"/>
          </a:xfrm>
        </p:grpSpPr>
        <p:grpSp>
          <p:nvGrpSpPr>
            <p:cNvPr id="1276" name="成组"/>
            <p:cNvGrpSpPr/>
            <p:nvPr/>
          </p:nvGrpSpPr>
          <p:grpSpPr>
            <a:xfrm>
              <a:off x="0" y="-1"/>
              <a:ext cx="1136651" cy="294642"/>
              <a:chOff x="0" y="0"/>
              <a:chExt cx="1136650" cy="294640"/>
            </a:xfrm>
          </p:grpSpPr>
          <p:sp>
            <p:nvSpPr>
              <p:cNvPr id="1274" name="形状"/>
              <p:cNvSpPr/>
              <p:nvPr/>
            </p:nvSpPr>
            <p:spPr>
              <a:xfrm rot="5400000">
                <a:off x="421005" y="-421006"/>
                <a:ext cx="294641" cy="11366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286"/>
                    </a:moveTo>
                    <a:cubicBezTo>
                      <a:pt x="0" y="576"/>
                      <a:pt x="4835" y="0"/>
                      <a:pt x="10800" y="0"/>
                    </a:cubicBezTo>
                    <a:cubicBezTo>
                      <a:pt x="16765" y="0"/>
                      <a:pt x="21600" y="576"/>
                      <a:pt x="21600" y="1286"/>
                    </a:cubicBezTo>
                    <a:lnTo>
                      <a:pt x="21600" y="20314"/>
                    </a:lnTo>
                    <a:cubicBezTo>
                      <a:pt x="21600" y="21024"/>
                      <a:pt x="16765" y="21600"/>
                      <a:pt x="10800" y="21600"/>
                    </a:cubicBezTo>
                    <a:cubicBezTo>
                      <a:pt x="4835" y="21600"/>
                      <a:pt x="0" y="21024"/>
                      <a:pt x="0" y="203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300"/>
                </a:pPr>
                <a:endParaRPr/>
              </a:p>
            </p:txBody>
          </p:sp>
          <p:sp>
            <p:nvSpPr>
              <p:cNvPr id="1275" name="椭圆形"/>
              <p:cNvSpPr/>
              <p:nvPr/>
            </p:nvSpPr>
            <p:spPr>
              <a:xfrm rot="5400000">
                <a:off x="921647" y="79637"/>
                <a:ext cx="294641" cy="135367"/>
              </a:xfrm>
              <a:prstGeom prst="ellipse">
                <a:avLst/>
              </a:prstGeom>
              <a:solidFill>
                <a:srgbClr val="FFFFFF">
                  <a:alpha val="4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300"/>
                </a:pPr>
                <a:endParaRPr/>
              </a:p>
            </p:txBody>
          </p:sp>
        </p:grpSp>
        <p:sp>
          <p:nvSpPr>
            <p:cNvPr id="1277" name="AMI相关"/>
            <p:cNvSpPr txBox="1"/>
            <p:nvPr/>
          </p:nvSpPr>
          <p:spPr>
            <a:xfrm>
              <a:off x="67682" y="20320"/>
              <a:ext cx="933603" cy="254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14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pPr>
              <a:r>
                <a:t>AMI相关</a:t>
              </a:r>
            </a:p>
          </p:txBody>
        </p:sp>
      </p:grpSp>
      <p:grpSp>
        <p:nvGrpSpPr>
          <p:cNvPr id="1281" name="矩形: 圆角 71"/>
          <p:cNvGrpSpPr/>
          <p:nvPr/>
        </p:nvGrpSpPr>
        <p:grpSpPr>
          <a:xfrm>
            <a:off x="7771765" y="7512050"/>
            <a:ext cx="1136651" cy="348616"/>
            <a:chOff x="0" y="0"/>
            <a:chExt cx="1136650" cy="348615"/>
          </a:xfrm>
        </p:grpSpPr>
        <p:sp>
          <p:nvSpPr>
            <p:cNvPr id="1279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69"/>
              </a:avLst>
            </a:prstGeom>
            <a:solidFill>
              <a:srgbClr val="907FE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80" name="周边系统"/>
            <p:cNvSpPr txBox="1"/>
            <p:nvPr/>
          </p:nvSpPr>
          <p:spPr>
            <a:xfrm>
              <a:off x="10484" y="66357"/>
              <a:ext cx="1115682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周边系统</a:t>
              </a:r>
            </a:p>
          </p:txBody>
        </p:sp>
      </p:grpSp>
      <p:grpSp>
        <p:nvGrpSpPr>
          <p:cNvPr id="1284" name="矩形: 圆角 71"/>
          <p:cNvGrpSpPr/>
          <p:nvPr/>
        </p:nvGrpSpPr>
        <p:grpSpPr>
          <a:xfrm>
            <a:off x="9111615" y="7512050"/>
            <a:ext cx="1136651" cy="348616"/>
            <a:chOff x="0" y="0"/>
            <a:chExt cx="1136650" cy="348615"/>
          </a:xfrm>
        </p:grpSpPr>
        <p:sp>
          <p:nvSpPr>
            <p:cNvPr id="1282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70"/>
              </a:avLst>
            </a:prstGeom>
            <a:solidFill>
              <a:srgbClr val="225FD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83" name="周边系统"/>
            <p:cNvSpPr txBox="1"/>
            <p:nvPr/>
          </p:nvSpPr>
          <p:spPr>
            <a:xfrm>
              <a:off x="10485" y="66357"/>
              <a:ext cx="1115680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周边系统</a:t>
              </a:r>
            </a:p>
          </p:txBody>
        </p:sp>
      </p:grpSp>
      <p:grpSp>
        <p:nvGrpSpPr>
          <p:cNvPr id="1287" name="矩形: 圆角 71"/>
          <p:cNvGrpSpPr/>
          <p:nvPr/>
        </p:nvGrpSpPr>
        <p:grpSpPr>
          <a:xfrm>
            <a:off x="1233169" y="7511415"/>
            <a:ext cx="1136651" cy="348616"/>
            <a:chOff x="0" y="0"/>
            <a:chExt cx="1136650" cy="348615"/>
          </a:xfrm>
        </p:grpSpPr>
        <p:sp>
          <p:nvSpPr>
            <p:cNvPr id="1285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69"/>
              </a:avLst>
            </a:prstGeom>
            <a:solidFill>
              <a:srgbClr val="1B327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86" name="系统边界"/>
            <p:cNvSpPr txBox="1"/>
            <p:nvPr/>
          </p:nvSpPr>
          <p:spPr>
            <a:xfrm>
              <a:off x="10484" y="66357"/>
              <a:ext cx="1115682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系统边界</a:t>
              </a:r>
            </a:p>
          </p:txBody>
        </p:sp>
      </p:grpSp>
      <p:grpSp>
        <p:nvGrpSpPr>
          <p:cNvPr id="1290" name="矩形: 圆角 71"/>
          <p:cNvGrpSpPr/>
          <p:nvPr/>
        </p:nvGrpSpPr>
        <p:grpSpPr>
          <a:xfrm>
            <a:off x="2545079" y="7511415"/>
            <a:ext cx="1136651" cy="348616"/>
            <a:chOff x="0" y="0"/>
            <a:chExt cx="1136650" cy="348615"/>
          </a:xfrm>
        </p:grpSpPr>
        <p:sp>
          <p:nvSpPr>
            <p:cNvPr id="1288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69"/>
              </a:avLst>
            </a:prstGeom>
            <a:solidFill>
              <a:srgbClr val="225FD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89" name="内部大类"/>
            <p:cNvSpPr txBox="1"/>
            <p:nvPr/>
          </p:nvSpPr>
          <p:spPr>
            <a:xfrm>
              <a:off x="10484" y="66357"/>
              <a:ext cx="1115682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内部大类</a:t>
              </a:r>
            </a:p>
          </p:txBody>
        </p:sp>
      </p:grpSp>
      <p:grpSp>
        <p:nvGrpSpPr>
          <p:cNvPr id="1293" name="矩形: 圆角 71"/>
          <p:cNvGrpSpPr/>
          <p:nvPr/>
        </p:nvGrpSpPr>
        <p:grpSpPr>
          <a:xfrm>
            <a:off x="3772534" y="7511415"/>
            <a:ext cx="1136651" cy="348616"/>
            <a:chOff x="0" y="0"/>
            <a:chExt cx="1136650" cy="348615"/>
          </a:xfrm>
        </p:grpSpPr>
        <p:sp>
          <p:nvSpPr>
            <p:cNvPr id="1291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69"/>
              </a:avLst>
            </a:prstGeom>
            <a:solidFill>
              <a:srgbClr val="2B5EC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92" name="模块/组件"/>
            <p:cNvSpPr txBox="1"/>
            <p:nvPr/>
          </p:nvSpPr>
          <p:spPr>
            <a:xfrm>
              <a:off x="10484" y="66357"/>
              <a:ext cx="1115682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pPr>
              <a:r>
                <a:t>模块/组件</a:t>
              </a:r>
            </a:p>
          </p:txBody>
        </p:sp>
      </p:grpSp>
      <p:grpSp>
        <p:nvGrpSpPr>
          <p:cNvPr id="1296" name="矩形: 圆角 71"/>
          <p:cNvGrpSpPr/>
          <p:nvPr/>
        </p:nvGrpSpPr>
        <p:grpSpPr>
          <a:xfrm>
            <a:off x="10381615" y="7510780"/>
            <a:ext cx="1136651" cy="348616"/>
            <a:chOff x="0" y="0"/>
            <a:chExt cx="1136650" cy="348615"/>
          </a:xfrm>
        </p:grpSpPr>
        <p:sp>
          <p:nvSpPr>
            <p:cNvPr id="1294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70"/>
              </a:avLst>
            </a:prstGeom>
            <a:solidFill>
              <a:srgbClr val="73839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95" name="外部系统"/>
            <p:cNvSpPr txBox="1"/>
            <p:nvPr/>
          </p:nvSpPr>
          <p:spPr>
            <a:xfrm>
              <a:off x="10485" y="66357"/>
              <a:ext cx="1115680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外部系统</a:t>
              </a:r>
            </a:p>
          </p:txBody>
        </p:sp>
      </p:grpSp>
      <p:sp>
        <p:nvSpPr>
          <p:cNvPr id="1297" name="上箭头 52"/>
          <p:cNvSpPr/>
          <p:nvPr/>
        </p:nvSpPr>
        <p:spPr>
          <a:xfrm rot="5400000">
            <a:off x="5931534" y="7519034"/>
            <a:ext cx="248921" cy="3644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1297"/>
                </a:moveTo>
                <a:lnTo>
                  <a:pt x="10800" y="0"/>
                </a:lnTo>
                <a:lnTo>
                  <a:pt x="21600" y="11297"/>
                </a:lnTo>
                <a:lnTo>
                  <a:pt x="15243" y="11297"/>
                </a:lnTo>
                <a:lnTo>
                  <a:pt x="15243" y="21600"/>
                </a:lnTo>
                <a:lnTo>
                  <a:pt x="6357" y="21600"/>
                </a:lnTo>
                <a:lnTo>
                  <a:pt x="6357" y="11297"/>
                </a:lnTo>
                <a:close/>
              </a:path>
            </a:pathLst>
          </a:custGeom>
          <a:solidFill>
            <a:srgbClr val="2FE0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98" name="文本框 53"/>
          <p:cNvSpPr txBox="1"/>
          <p:nvPr/>
        </p:nvSpPr>
        <p:spPr>
          <a:xfrm>
            <a:off x="5028565" y="7547609"/>
            <a:ext cx="824231" cy="3073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 spc="100">
                <a:solidFill>
                  <a:srgbClr val="FFFFFF"/>
                </a:solidFill>
                <a:effectLst>
                  <a:outerShdw blurRad="50800" dist="38100" dir="2700000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内部连接</a:t>
            </a:r>
          </a:p>
        </p:txBody>
      </p:sp>
      <p:sp>
        <p:nvSpPr>
          <p:cNvPr id="1299" name="上箭头 128"/>
          <p:cNvSpPr/>
          <p:nvPr/>
        </p:nvSpPr>
        <p:spPr>
          <a:xfrm rot="5400000">
            <a:off x="7377430" y="7503794"/>
            <a:ext cx="276861" cy="3644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2565"/>
                </a:moveTo>
                <a:lnTo>
                  <a:pt x="10800" y="0"/>
                </a:lnTo>
                <a:lnTo>
                  <a:pt x="21600" y="12565"/>
                </a:lnTo>
                <a:lnTo>
                  <a:pt x="15243" y="12565"/>
                </a:lnTo>
                <a:lnTo>
                  <a:pt x="15243" y="21600"/>
                </a:lnTo>
                <a:lnTo>
                  <a:pt x="6357" y="21600"/>
                </a:lnTo>
                <a:lnTo>
                  <a:pt x="6357" y="12565"/>
                </a:lnTo>
                <a:close/>
              </a:path>
            </a:pathLst>
          </a:custGeom>
          <a:solidFill>
            <a:srgbClr val="3D5A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>
                    <a:alpha val="50000"/>
                  </a:srgbClr>
                </a:solidFill>
                <a:effectLst>
                  <a:outerShdw blurRad="50800" dist="38100" dir="2700000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300" name="文本框 55"/>
          <p:cNvSpPr txBox="1"/>
          <p:nvPr/>
        </p:nvSpPr>
        <p:spPr>
          <a:xfrm>
            <a:off x="6488429" y="7546975"/>
            <a:ext cx="824231" cy="30734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 spc="100">
                <a:solidFill>
                  <a:srgbClr val="FFFFFF"/>
                </a:solidFill>
                <a:effectLst>
                  <a:outerShdw blurRad="50800" dist="38100" dir="2700000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外部连接</a:t>
            </a:r>
          </a:p>
        </p:txBody>
      </p:sp>
      <p:pic>
        <p:nvPicPr>
          <p:cNvPr id="1301" name="图片 6" descr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302" name="图片 2" descr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9430" y="321309"/>
            <a:ext cx="1155066" cy="243173"/>
          </a:xfrm>
          <a:prstGeom prst="rect">
            <a:avLst/>
          </a:prstGeom>
          <a:ln w="12700">
            <a:miter lim="400000"/>
            <a:headEnd/>
            <a:tailEnd/>
          </a:ln>
          <a:effectLst>
            <a:outerShdw blurRad="50800" dist="12700" dir="2700000" rotWithShape="0">
              <a:srgbClr val="000000">
                <a:alpha val="40000"/>
              </a:srgbClr>
            </a:outerShdw>
          </a:effectLst>
        </p:spPr>
      </p:pic>
      <p:sp>
        <p:nvSpPr>
          <p:cNvPr id="130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6328657"/>
      </p:ext>
    </p:extLst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2_无标题_纯色内页-右上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Rounded Rectangle 22"/>
          <p:cNvSpPr/>
          <p:nvPr/>
        </p:nvSpPr>
        <p:spPr>
          <a:xfrm>
            <a:off x="12323199" y="138429"/>
            <a:ext cx="307976" cy="306071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25" name="文本框 39"/>
          <p:cNvSpPr txBox="1"/>
          <p:nvPr/>
        </p:nvSpPr>
        <p:spPr>
          <a:xfrm>
            <a:off x="13206730" y="138429"/>
            <a:ext cx="836296" cy="3073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标题文字</a:t>
            </a:r>
          </a:p>
        </p:txBody>
      </p:sp>
      <p:sp>
        <p:nvSpPr>
          <p:cNvPr id="1226" name="文本框 75"/>
          <p:cNvSpPr txBox="1"/>
          <p:nvPr/>
        </p:nvSpPr>
        <p:spPr>
          <a:xfrm>
            <a:off x="12270104" y="-368321"/>
            <a:ext cx="455296" cy="5232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深色背景</a:t>
            </a:r>
          </a:p>
        </p:txBody>
      </p:sp>
      <p:sp>
        <p:nvSpPr>
          <p:cNvPr id="1227" name="Rounded Rectangle 22"/>
          <p:cNvSpPr/>
          <p:nvPr/>
        </p:nvSpPr>
        <p:spPr>
          <a:xfrm>
            <a:off x="12837159" y="138429"/>
            <a:ext cx="307976" cy="306071"/>
          </a:xfrm>
          <a:prstGeom prst="rect">
            <a:avLst/>
          </a:prstGeom>
          <a:solidFill>
            <a:srgbClr val="28376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28" name="Rounded Rectangle 22"/>
          <p:cNvSpPr/>
          <p:nvPr/>
        </p:nvSpPr>
        <p:spPr>
          <a:xfrm>
            <a:off x="12323199" y="568325"/>
            <a:ext cx="307976" cy="306071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29" name="Rounded Rectangle 22"/>
          <p:cNvSpPr/>
          <p:nvPr/>
        </p:nvSpPr>
        <p:spPr>
          <a:xfrm>
            <a:off x="12837159" y="568325"/>
            <a:ext cx="307976" cy="306071"/>
          </a:xfrm>
          <a:prstGeom prst="rect">
            <a:avLst/>
          </a:prstGeom>
          <a:solidFill>
            <a:srgbClr val="41507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0" name="文本框 79"/>
          <p:cNvSpPr txBox="1"/>
          <p:nvPr/>
        </p:nvSpPr>
        <p:spPr>
          <a:xfrm>
            <a:off x="13206730" y="583565"/>
            <a:ext cx="836296" cy="3073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正文文字</a:t>
            </a:r>
          </a:p>
        </p:txBody>
      </p:sp>
      <p:sp>
        <p:nvSpPr>
          <p:cNvPr id="1231" name="Rounded Rectangle 22"/>
          <p:cNvSpPr/>
          <p:nvPr/>
        </p:nvSpPr>
        <p:spPr>
          <a:xfrm>
            <a:off x="12323199" y="998219"/>
            <a:ext cx="307976" cy="306071"/>
          </a:xfrm>
          <a:prstGeom prst="rect">
            <a:avLst/>
          </a:prstGeom>
          <a:solidFill>
            <a:srgbClr val="D9D9D9"/>
          </a:solidFill>
          <a:ln w="6350">
            <a:solidFill>
              <a:srgbClr val="59595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2" name="Rounded Rectangle 22"/>
          <p:cNvSpPr/>
          <p:nvPr/>
        </p:nvSpPr>
        <p:spPr>
          <a:xfrm>
            <a:off x="12837159" y="998219"/>
            <a:ext cx="307976" cy="306071"/>
          </a:xfrm>
          <a:prstGeom prst="rect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3" name="Rounded Rectangle 22"/>
          <p:cNvSpPr/>
          <p:nvPr/>
        </p:nvSpPr>
        <p:spPr>
          <a:xfrm>
            <a:off x="12323199" y="2434845"/>
            <a:ext cx="307976" cy="306071"/>
          </a:xfrm>
          <a:prstGeom prst="rect">
            <a:avLst/>
          </a:prstGeom>
          <a:solidFill>
            <a:srgbClr val="F54D6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4" name="Rounded Rectangle 22"/>
          <p:cNvSpPr/>
          <p:nvPr/>
        </p:nvSpPr>
        <p:spPr>
          <a:xfrm>
            <a:off x="12323199" y="2060566"/>
            <a:ext cx="307976" cy="306071"/>
          </a:xfrm>
          <a:prstGeom prst="rect">
            <a:avLst/>
          </a:prstGeom>
          <a:solidFill>
            <a:srgbClr val="F889A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5" name="Rounded Rectangle 22"/>
          <p:cNvSpPr/>
          <p:nvPr/>
        </p:nvSpPr>
        <p:spPr>
          <a:xfrm>
            <a:off x="12323199" y="3183406"/>
            <a:ext cx="307976" cy="306071"/>
          </a:xfrm>
          <a:prstGeom prst="rect">
            <a:avLst/>
          </a:prstGeom>
          <a:solidFill>
            <a:srgbClr val="F8A21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6" name="Rounded Rectangle 22"/>
          <p:cNvSpPr/>
          <p:nvPr/>
        </p:nvSpPr>
        <p:spPr>
          <a:xfrm>
            <a:off x="12707078" y="3183406"/>
            <a:ext cx="307976" cy="306071"/>
          </a:xfrm>
          <a:prstGeom prst="rect">
            <a:avLst/>
          </a:prstGeom>
          <a:solidFill>
            <a:srgbClr val="E3AB4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7" name="Rounded Rectangle 22"/>
          <p:cNvSpPr/>
          <p:nvPr/>
        </p:nvSpPr>
        <p:spPr>
          <a:xfrm>
            <a:off x="12707078" y="3554233"/>
            <a:ext cx="307976" cy="306071"/>
          </a:xfrm>
          <a:prstGeom prst="rect">
            <a:avLst/>
          </a:prstGeom>
          <a:solidFill>
            <a:srgbClr val="EBD86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8" name="Rounded Rectangle 22"/>
          <p:cNvSpPr/>
          <p:nvPr/>
        </p:nvSpPr>
        <p:spPr>
          <a:xfrm>
            <a:off x="12323199" y="3931965"/>
            <a:ext cx="307976" cy="306071"/>
          </a:xfrm>
          <a:prstGeom prst="rect">
            <a:avLst/>
          </a:prstGeom>
          <a:solidFill>
            <a:srgbClr val="53E0B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9" name="Rounded Rectangle 22"/>
          <p:cNvSpPr/>
          <p:nvPr/>
        </p:nvSpPr>
        <p:spPr>
          <a:xfrm>
            <a:off x="12323199" y="4306246"/>
            <a:ext cx="307976" cy="306071"/>
          </a:xfrm>
          <a:prstGeom prst="rect">
            <a:avLst/>
          </a:prstGeom>
          <a:solidFill>
            <a:srgbClr val="3EC2A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0" name="Rounded Rectangle 22"/>
          <p:cNvSpPr/>
          <p:nvPr/>
        </p:nvSpPr>
        <p:spPr>
          <a:xfrm>
            <a:off x="12710662" y="5047748"/>
            <a:ext cx="307976" cy="306071"/>
          </a:xfrm>
          <a:prstGeom prst="rect">
            <a:avLst/>
          </a:prstGeom>
          <a:solidFill>
            <a:srgbClr val="46D0F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1" name="Rounded Rectangle 22"/>
          <p:cNvSpPr/>
          <p:nvPr/>
        </p:nvSpPr>
        <p:spPr>
          <a:xfrm>
            <a:off x="12323199" y="5429086"/>
            <a:ext cx="307976" cy="306071"/>
          </a:xfrm>
          <a:prstGeom prst="rect">
            <a:avLst/>
          </a:prstGeom>
          <a:solidFill>
            <a:srgbClr val="2B5EC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2" name="Rounded Rectangle 22"/>
          <p:cNvSpPr/>
          <p:nvPr/>
        </p:nvSpPr>
        <p:spPr>
          <a:xfrm>
            <a:off x="12323199" y="5803365"/>
            <a:ext cx="307976" cy="306071"/>
          </a:xfrm>
          <a:prstGeom prst="rect">
            <a:avLst/>
          </a:prstGeom>
          <a:solidFill>
            <a:srgbClr val="225FD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3" name="Rounded Rectangle 22"/>
          <p:cNvSpPr/>
          <p:nvPr/>
        </p:nvSpPr>
        <p:spPr>
          <a:xfrm>
            <a:off x="12323199" y="6177646"/>
            <a:ext cx="307976" cy="306071"/>
          </a:xfrm>
          <a:prstGeom prst="rect">
            <a:avLst/>
          </a:prstGeom>
          <a:solidFill>
            <a:srgbClr val="5E7AF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4" name="Rounded Rectangle 22"/>
          <p:cNvSpPr/>
          <p:nvPr/>
        </p:nvSpPr>
        <p:spPr>
          <a:xfrm>
            <a:off x="12323199" y="6551930"/>
            <a:ext cx="307976" cy="306071"/>
          </a:xfrm>
          <a:prstGeom prst="rect">
            <a:avLst/>
          </a:prstGeom>
          <a:solidFill>
            <a:srgbClr val="8F7FE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5" name="文本框 3"/>
          <p:cNvSpPr txBox="1"/>
          <p:nvPr/>
        </p:nvSpPr>
        <p:spPr>
          <a:xfrm>
            <a:off x="11861564" y="9008232"/>
            <a:ext cx="1480655" cy="5232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r>
              <a:t>在这占位</a:t>
            </a:r>
          </a:p>
          <a:p>
            <a: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r>
              <a:t>防止轻易跨页滚动</a:t>
            </a:r>
          </a:p>
        </p:txBody>
      </p:sp>
      <p:sp>
        <p:nvSpPr>
          <p:cNvPr id="1246" name="Rounded Rectangle 21"/>
          <p:cNvSpPr/>
          <p:nvPr/>
        </p:nvSpPr>
        <p:spPr>
          <a:xfrm>
            <a:off x="12707083" y="6551930"/>
            <a:ext cx="307975" cy="306071"/>
          </a:xfrm>
          <a:prstGeom prst="rect">
            <a:avLst/>
          </a:prstGeom>
          <a:solidFill>
            <a:srgbClr val="5F4FB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7" name="矩形 12"/>
          <p:cNvSpPr/>
          <p:nvPr/>
        </p:nvSpPr>
        <p:spPr>
          <a:xfrm>
            <a:off x="12321702" y="5052467"/>
            <a:ext cx="307976" cy="298736"/>
          </a:xfrm>
          <a:prstGeom prst="rect">
            <a:avLst/>
          </a:prstGeom>
          <a:solidFill>
            <a:srgbClr val="2FE0FF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48" name="矩形 15"/>
          <p:cNvSpPr/>
          <p:nvPr/>
        </p:nvSpPr>
        <p:spPr>
          <a:xfrm>
            <a:off x="12323199" y="2801697"/>
            <a:ext cx="307976" cy="304132"/>
          </a:xfrm>
          <a:prstGeom prst="rect">
            <a:avLst/>
          </a:prstGeom>
          <a:solidFill>
            <a:srgbClr val="FF6E17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49" name="矩形 16"/>
          <p:cNvSpPr/>
          <p:nvPr/>
        </p:nvSpPr>
        <p:spPr>
          <a:xfrm>
            <a:off x="12323198" y="3560226"/>
            <a:ext cx="307976" cy="300078"/>
          </a:xfrm>
          <a:prstGeom prst="rect">
            <a:avLst/>
          </a:prstGeom>
          <a:solidFill>
            <a:srgbClr val="E53935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50" name="Rounded Rectangle 22"/>
          <p:cNvSpPr/>
          <p:nvPr/>
        </p:nvSpPr>
        <p:spPr>
          <a:xfrm>
            <a:off x="12707080" y="5803365"/>
            <a:ext cx="307976" cy="306071"/>
          </a:xfrm>
          <a:prstGeom prst="rect">
            <a:avLst/>
          </a:prstGeom>
          <a:solidFill>
            <a:srgbClr val="1B327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1" name="Rounded Rectangle 22"/>
          <p:cNvSpPr/>
          <p:nvPr/>
        </p:nvSpPr>
        <p:spPr>
          <a:xfrm>
            <a:off x="12705584" y="4671210"/>
            <a:ext cx="307976" cy="306072"/>
          </a:xfrm>
          <a:prstGeom prst="rect">
            <a:avLst/>
          </a:prstGeom>
          <a:solidFill>
            <a:srgbClr val="2C88B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2" name="Rounded Rectangle 22"/>
          <p:cNvSpPr/>
          <p:nvPr/>
        </p:nvSpPr>
        <p:spPr>
          <a:xfrm>
            <a:off x="12321702" y="4671731"/>
            <a:ext cx="307976" cy="306071"/>
          </a:xfrm>
          <a:prstGeom prst="rect">
            <a:avLst/>
          </a:prstGeom>
          <a:solidFill>
            <a:srgbClr val="3B7DD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3" name="文本框 17"/>
          <p:cNvSpPr txBox="1"/>
          <p:nvPr/>
        </p:nvSpPr>
        <p:spPr>
          <a:xfrm>
            <a:off x="13206730" y="998219"/>
            <a:ext cx="836296" cy="3073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辅助文字</a:t>
            </a:r>
          </a:p>
        </p:txBody>
      </p:sp>
      <p:sp>
        <p:nvSpPr>
          <p:cNvPr id="1254" name="文本框 20"/>
          <p:cNvSpPr txBox="1"/>
          <p:nvPr/>
        </p:nvSpPr>
        <p:spPr>
          <a:xfrm>
            <a:off x="12785911" y="-368321"/>
            <a:ext cx="455296" cy="5232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白色背景</a:t>
            </a:r>
          </a:p>
        </p:txBody>
      </p:sp>
      <p:sp>
        <p:nvSpPr>
          <p:cNvPr id="1255" name="Rounded Rectangle 22"/>
          <p:cNvSpPr/>
          <p:nvPr/>
        </p:nvSpPr>
        <p:spPr>
          <a:xfrm>
            <a:off x="409114" y="6909434"/>
            <a:ext cx="307976" cy="306071"/>
          </a:xfrm>
          <a:prstGeom prst="rect">
            <a:avLst/>
          </a:prstGeom>
          <a:solidFill>
            <a:srgbClr val="F54D6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6" name="Rounded Rectangle 22"/>
          <p:cNvSpPr/>
          <p:nvPr/>
        </p:nvSpPr>
        <p:spPr>
          <a:xfrm>
            <a:off x="0" y="6909434"/>
            <a:ext cx="307975" cy="306071"/>
          </a:xfrm>
          <a:prstGeom prst="rect">
            <a:avLst/>
          </a:prstGeom>
          <a:solidFill>
            <a:srgbClr val="F889A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7" name="Rounded Rectangle 22"/>
          <p:cNvSpPr/>
          <p:nvPr/>
        </p:nvSpPr>
        <p:spPr>
          <a:xfrm>
            <a:off x="1227345" y="6909434"/>
            <a:ext cx="307976" cy="306071"/>
          </a:xfrm>
          <a:prstGeom prst="rect">
            <a:avLst/>
          </a:prstGeom>
          <a:solidFill>
            <a:srgbClr val="F8A21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8" name="Rounded Rectangle 22"/>
          <p:cNvSpPr/>
          <p:nvPr/>
        </p:nvSpPr>
        <p:spPr>
          <a:xfrm>
            <a:off x="1636459" y="6909434"/>
            <a:ext cx="307976" cy="306071"/>
          </a:xfrm>
          <a:prstGeom prst="rect">
            <a:avLst/>
          </a:prstGeom>
          <a:solidFill>
            <a:srgbClr val="E3AB4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9" name="Rounded Rectangle 22"/>
          <p:cNvSpPr/>
          <p:nvPr/>
        </p:nvSpPr>
        <p:spPr>
          <a:xfrm>
            <a:off x="2454690" y="6909434"/>
            <a:ext cx="307976" cy="306071"/>
          </a:xfrm>
          <a:prstGeom prst="rect">
            <a:avLst/>
          </a:prstGeom>
          <a:solidFill>
            <a:srgbClr val="EBD86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0" name="Rounded Rectangle 22"/>
          <p:cNvSpPr/>
          <p:nvPr/>
        </p:nvSpPr>
        <p:spPr>
          <a:xfrm>
            <a:off x="2863805" y="6909434"/>
            <a:ext cx="307976" cy="306071"/>
          </a:xfrm>
          <a:prstGeom prst="rect">
            <a:avLst/>
          </a:prstGeom>
          <a:solidFill>
            <a:srgbClr val="53E0B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1" name="Rounded Rectangle 22"/>
          <p:cNvSpPr/>
          <p:nvPr/>
        </p:nvSpPr>
        <p:spPr>
          <a:xfrm>
            <a:off x="3272919" y="6909434"/>
            <a:ext cx="307976" cy="306071"/>
          </a:xfrm>
          <a:prstGeom prst="rect">
            <a:avLst/>
          </a:prstGeom>
          <a:solidFill>
            <a:srgbClr val="3EC2A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2" name="Rounded Rectangle 22"/>
          <p:cNvSpPr/>
          <p:nvPr/>
        </p:nvSpPr>
        <p:spPr>
          <a:xfrm>
            <a:off x="4909380" y="6909434"/>
            <a:ext cx="307976" cy="306071"/>
          </a:xfrm>
          <a:prstGeom prst="rect">
            <a:avLst/>
          </a:prstGeom>
          <a:solidFill>
            <a:srgbClr val="46D0F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3" name="Rounded Rectangle 22"/>
          <p:cNvSpPr/>
          <p:nvPr/>
        </p:nvSpPr>
        <p:spPr>
          <a:xfrm>
            <a:off x="5318495" y="6909434"/>
            <a:ext cx="307976" cy="306071"/>
          </a:xfrm>
          <a:prstGeom prst="rect">
            <a:avLst/>
          </a:prstGeom>
          <a:solidFill>
            <a:srgbClr val="2B5EC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4" name="Rounded Rectangle 22"/>
          <p:cNvSpPr/>
          <p:nvPr/>
        </p:nvSpPr>
        <p:spPr>
          <a:xfrm>
            <a:off x="5727610" y="6909434"/>
            <a:ext cx="307976" cy="306071"/>
          </a:xfrm>
          <a:prstGeom prst="rect">
            <a:avLst/>
          </a:prstGeom>
          <a:solidFill>
            <a:srgbClr val="225FD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5" name="Rounded Rectangle 22"/>
          <p:cNvSpPr/>
          <p:nvPr/>
        </p:nvSpPr>
        <p:spPr>
          <a:xfrm>
            <a:off x="6545839" y="6909434"/>
            <a:ext cx="307976" cy="306071"/>
          </a:xfrm>
          <a:prstGeom prst="rect">
            <a:avLst/>
          </a:prstGeom>
          <a:solidFill>
            <a:srgbClr val="5E7AF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6" name="Rounded Rectangle 22"/>
          <p:cNvSpPr/>
          <p:nvPr/>
        </p:nvSpPr>
        <p:spPr>
          <a:xfrm>
            <a:off x="6954955" y="6909434"/>
            <a:ext cx="307976" cy="306071"/>
          </a:xfrm>
          <a:prstGeom prst="rect">
            <a:avLst/>
          </a:prstGeom>
          <a:solidFill>
            <a:srgbClr val="8F7FE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7" name="Rounded Rectangle 21"/>
          <p:cNvSpPr/>
          <p:nvPr/>
        </p:nvSpPr>
        <p:spPr>
          <a:xfrm>
            <a:off x="7364063" y="6909434"/>
            <a:ext cx="307975" cy="306071"/>
          </a:xfrm>
          <a:prstGeom prst="rect">
            <a:avLst/>
          </a:prstGeom>
          <a:solidFill>
            <a:srgbClr val="5F4FB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8" name="矩形 44"/>
          <p:cNvSpPr/>
          <p:nvPr/>
        </p:nvSpPr>
        <p:spPr>
          <a:xfrm>
            <a:off x="4500264" y="6909434"/>
            <a:ext cx="307976" cy="298736"/>
          </a:xfrm>
          <a:prstGeom prst="rect">
            <a:avLst/>
          </a:prstGeom>
          <a:solidFill>
            <a:srgbClr val="2FE0FF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69" name="矩形 45"/>
          <p:cNvSpPr/>
          <p:nvPr/>
        </p:nvSpPr>
        <p:spPr>
          <a:xfrm>
            <a:off x="818229" y="6909434"/>
            <a:ext cx="307976" cy="304132"/>
          </a:xfrm>
          <a:prstGeom prst="rect">
            <a:avLst/>
          </a:prstGeom>
          <a:solidFill>
            <a:srgbClr val="FF6E17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70" name="矩形 46"/>
          <p:cNvSpPr/>
          <p:nvPr/>
        </p:nvSpPr>
        <p:spPr>
          <a:xfrm>
            <a:off x="2045574" y="6909434"/>
            <a:ext cx="307976" cy="300078"/>
          </a:xfrm>
          <a:prstGeom prst="rect">
            <a:avLst/>
          </a:prstGeom>
          <a:solidFill>
            <a:srgbClr val="E53935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71" name="Rounded Rectangle 22"/>
          <p:cNvSpPr/>
          <p:nvPr/>
        </p:nvSpPr>
        <p:spPr>
          <a:xfrm>
            <a:off x="6136725" y="6909434"/>
            <a:ext cx="307976" cy="306071"/>
          </a:xfrm>
          <a:prstGeom prst="rect">
            <a:avLst/>
          </a:prstGeom>
          <a:solidFill>
            <a:srgbClr val="1B327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72" name="Rounded Rectangle 22"/>
          <p:cNvSpPr/>
          <p:nvPr/>
        </p:nvSpPr>
        <p:spPr>
          <a:xfrm>
            <a:off x="4091149" y="6909434"/>
            <a:ext cx="307976" cy="306071"/>
          </a:xfrm>
          <a:prstGeom prst="rect">
            <a:avLst/>
          </a:prstGeom>
          <a:solidFill>
            <a:srgbClr val="2C88B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73" name="Rounded Rectangle 22"/>
          <p:cNvSpPr/>
          <p:nvPr/>
        </p:nvSpPr>
        <p:spPr>
          <a:xfrm>
            <a:off x="3682034" y="6909434"/>
            <a:ext cx="307976" cy="306071"/>
          </a:xfrm>
          <a:prstGeom prst="rect">
            <a:avLst/>
          </a:prstGeom>
          <a:solidFill>
            <a:srgbClr val="3B7DD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grpSp>
        <p:nvGrpSpPr>
          <p:cNvPr id="1278" name="圆柱形 24"/>
          <p:cNvGrpSpPr/>
          <p:nvPr/>
        </p:nvGrpSpPr>
        <p:grpSpPr>
          <a:xfrm>
            <a:off x="-10160" y="7511415"/>
            <a:ext cx="1136651" cy="294641"/>
            <a:chOff x="0" y="0"/>
            <a:chExt cx="1136650" cy="294640"/>
          </a:xfrm>
        </p:grpSpPr>
        <p:grpSp>
          <p:nvGrpSpPr>
            <p:cNvPr id="1276" name="成组"/>
            <p:cNvGrpSpPr/>
            <p:nvPr/>
          </p:nvGrpSpPr>
          <p:grpSpPr>
            <a:xfrm>
              <a:off x="0" y="-1"/>
              <a:ext cx="1136651" cy="294642"/>
              <a:chOff x="0" y="0"/>
              <a:chExt cx="1136650" cy="294640"/>
            </a:xfrm>
          </p:grpSpPr>
          <p:sp>
            <p:nvSpPr>
              <p:cNvPr id="1274" name="形状"/>
              <p:cNvSpPr/>
              <p:nvPr/>
            </p:nvSpPr>
            <p:spPr>
              <a:xfrm rot="5400000">
                <a:off x="421005" y="-421006"/>
                <a:ext cx="294641" cy="11366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286"/>
                    </a:moveTo>
                    <a:cubicBezTo>
                      <a:pt x="0" y="576"/>
                      <a:pt x="4835" y="0"/>
                      <a:pt x="10800" y="0"/>
                    </a:cubicBezTo>
                    <a:cubicBezTo>
                      <a:pt x="16765" y="0"/>
                      <a:pt x="21600" y="576"/>
                      <a:pt x="21600" y="1286"/>
                    </a:cubicBezTo>
                    <a:lnTo>
                      <a:pt x="21600" y="20314"/>
                    </a:lnTo>
                    <a:cubicBezTo>
                      <a:pt x="21600" y="21024"/>
                      <a:pt x="16765" y="21600"/>
                      <a:pt x="10800" y="21600"/>
                    </a:cubicBezTo>
                    <a:cubicBezTo>
                      <a:pt x="4835" y="21600"/>
                      <a:pt x="0" y="21024"/>
                      <a:pt x="0" y="203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300"/>
                </a:pPr>
                <a:endParaRPr/>
              </a:p>
            </p:txBody>
          </p:sp>
          <p:sp>
            <p:nvSpPr>
              <p:cNvPr id="1275" name="椭圆形"/>
              <p:cNvSpPr/>
              <p:nvPr/>
            </p:nvSpPr>
            <p:spPr>
              <a:xfrm rot="5400000">
                <a:off x="921647" y="79637"/>
                <a:ext cx="294641" cy="135367"/>
              </a:xfrm>
              <a:prstGeom prst="ellipse">
                <a:avLst/>
              </a:prstGeom>
              <a:solidFill>
                <a:srgbClr val="FFFFFF">
                  <a:alpha val="4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300"/>
                </a:pPr>
                <a:endParaRPr/>
              </a:p>
            </p:txBody>
          </p:sp>
        </p:grpSp>
        <p:sp>
          <p:nvSpPr>
            <p:cNvPr id="1277" name="AMI相关"/>
            <p:cNvSpPr txBox="1"/>
            <p:nvPr/>
          </p:nvSpPr>
          <p:spPr>
            <a:xfrm>
              <a:off x="67682" y="20320"/>
              <a:ext cx="933603" cy="254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14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pPr>
              <a:r>
                <a:t>AMI相关</a:t>
              </a:r>
            </a:p>
          </p:txBody>
        </p:sp>
      </p:grpSp>
      <p:grpSp>
        <p:nvGrpSpPr>
          <p:cNvPr id="1281" name="矩形: 圆角 71"/>
          <p:cNvGrpSpPr/>
          <p:nvPr/>
        </p:nvGrpSpPr>
        <p:grpSpPr>
          <a:xfrm>
            <a:off x="7771765" y="7512050"/>
            <a:ext cx="1136651" cy="348616"/>
            <a:chOff x="0" y="0"/>
            <a:chExt cx="1136650" cy="348615"/>
          </a:xfrm>
        </p:grpSpPr>
        <p:sp>
          <p:nvSpPr>
            <p:cNvPr id="1279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69"/>
              </a:avLst>
            </a:prstGeom>
            <a:solidFill>
              <a:srgbClr val="907FE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80" name="周边系统"/>
            <p:cNvSpPr txBox="1"/>
            <p:nvPr/>
          </p:nvSpPr>
          <p:spPr>
            <a:xfrm>
              <a:off x="10484" y="66357"/>
              <a:ext cx="1115682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周边系统</a:t>
              </a:r>
            </a:p>
          </p:txBody>
        </p:sp>
      </p:grpSp>
      <p:grpSp>
        <p:nvGrpSpPr>
          <p:cNvPr id="1284" name="矩形: 圆角 71"/>
          <p:cNvGrpSpPr/>
          <p:nvPr/>
        </p:nvGrpSpPr>
        <p:grpSpPr>
          <a:xfrm>
            <a:off x="9111615" y="7512050"/>
            <a:ext cx="1136651" cy="348616"/>
            <a:chOff x="0" y="0"/>
            <a:chExt cx="1136650" cy="348615"/>
          </a:xfrm>
        </p:grpSpPr>
        <p:sp>
          <p:nvSpPr>
            <p:cNvPr id="1282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70"/>
              </a:avLst>
            </a:prstGeom>
            <a:solidFill>
              <a:srgbClr val="225FD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83" name="周边系统"/>
            <p:cNvSpPr txBox="1"/>
            <p:nvPr/>
          </p:nvSpPr>
          <p:spPr>
            <a:xfrm>
              <a:off x="10485" y="66357"/>
              <a:ext cx="1115680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周边系统</a:t>
              </a:r>
            </a:p>
          </p:txBody>
        </p:sp>
      </p:grpSp>
      <p:grpSp>
        <p:nvGrpSpPr>
          <p:cNvPr id="1287" name="矩形: 圆角 71"/>
          <p:cNvGrpSpPr/>
          <p:nvPr/>
        </p:nvGrpSpPr>
        <p:grpSpPr>
          <a:xfrm>
            <a:off x="1233169" y="7511415"/>
            <a:ext cx="1136651" cy="348616"/>
            <a:chOff x="0" y="0"/>
            <a:chExt cx="1136650" cy="348615"/>
          </a:xfrm>
        </p:grpSpPr>
        <p:sp>
          <p:nvSpPr>
            <p:cNvPr id="1285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69"/>
              </a:avLst>
            </a:prstGeom>
            <a:solidFill>
              <a:srgbClr val="1B327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86" name="系统边界"/>
            <p:cNvSpPr txBox="1"/>
            <p:nvPr/>
          </p:nvSpPr>
          <p:spPr>
            <a:xfrm>
              <a:off x="10484" y="66357"/>
              <a:ext cx="1115682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系统边界</a:t>
              </a:r>
            </a:p>
          </p:txBody>
        </p:sp>
      </p:grpSp>
      <p:grpSp>
        <p:nvGrpSpPr>
          <p:cNvPr id="1290" name="矩形: 圆角 71"/>
          <p:cNvGrpSpPr/>
          <p:nvPr/>
        </p:nvGrpSpPr>
        <p:grpSpPr>
          <a:xfrm>
            <a:off x="2545079" y="7511415"/>
            <a:ext cx="1136651" cy="348616"/>
            <a:chOff x="0" y="0"/>
            <a:chExt cx="1136650" cy="348615"/>
          </a:xfrm>
        </p:grpSpPr>
        <p:sp>
          <p:nvSpPr>
            <p:cNvPr id="1288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69"/>
              </a:avLst>
            </a:prstGeom>
            <a:solidFill>
              <a:srgbClr val="225FD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89" name="内部大类"/>
            <p:cNvSpPr txBox="1"/>
            <p:nvPr/>
          </p:nvSpPr>
          <p:spPr>
            <a:xfrm>
              <a:off x="10484" y="66357"/>
              <a:ext cx="1115682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内部大类</a:t>
              </a:r>
            </a:p>
          </p:txBody>
        </p:sp>
      </p:grpSp>
      <p:grpSp>
        <p:nvGrpSpPr>
          <p:cNvPr id="1293" name="矩形: 圆角 71"/>
          <p:cNvGrpSpPr/>
          <p:nvPr/>
        </p:nvGrpSpPr>
        <p:grpSpPr>
          <a:xfrm>
            <a:off x="3772534" y="7511415"/>
            <a:ext cx="1136651" cy="348616"/>
            <a:chOff x="0" y="0"/>
            <a:chExt cx="1136650" cy="348615"/>
          </a:xfrm>
        </p:grpSpPr>
        <p:sp>
          <p:nvSpPr>
            <p:cNvPr id="1291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69"/>
              </a:avLst>
            </a:prstGeom>
            <a:solidFill>
              <a:srgbClr val="2B5EC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92" name="模块/组件"/>
            <p:cNvSpPr txBox="1"/>
            <p:nvPr/>
          </p:nvSpPr>
          <p:spPr>
            <a:xfrm>
              <a:off x="10484" y="66357"/>
              <a:ext cx="1115682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pPr>
              <a:r>
                <a:t>模块/组件</a:t>
              </a:r>
            </a:p>
          </p:txBody>
        </p:sp>
      </p:grpSp>
      <p:grpSp>
        <p:nvGrpSpPr>
          <p:cNvPr id="1296" name="矩形: 圆角 71"/>
          <p:cNvGrpSpPr/>
          <p:nvPr/>
        </p:nvGrpSpPr>
        <p:grpSpPr>
          <a:xfrm>
            <a:off x="10381615" y="7510780"/>
            <a:ext cx="1136651" cy="348616"/>
            <a:chOff x="0" y="0"/>
            <a:chExt cx="1136650" cy="348615"/>
          </a:xfrm>
        </p:grpSpPr>
        <p:sp>
          <p:nvSpPr>
            <p:cNvPr id="1294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70"/>
              </a:avLst>
            </a:prstGeom>
            <a:solidFill>
              <a:srgbClr val="73839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95" name="外部系统"/>
            <p:cNvSpPr txBox="1"/>
            <p:nvPr/>
          </p:nvSpPr>
          <p:spPr>
            <a:xfrm>
              <a:off x="10485" y="66357"/>
              <a:ext cx="1115680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外部系统</a:t>
              </a:r>
            </a:p>
          </p:txBody>
        </p:sp>
      </p:grpSp>
      <p:sp>
        <p:nvSpPr>
          <p:cNvPr id="1297" name="上箭头 52"/>
          <p:cNvSpPr/>
          <p:nvPr/>
        </p:nvSpPr>
        <p:spPr>
          <a:xfrm rot="5400000">
            <a:off x="5931534" y="7519034"/>
            <a:ext cx="248921" cy="3644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1297"/>
                </a:moveTo>
                <a:lnTo>
                  <a:pt x="10800" y="0"/>
                </a:lnTo>
                <a:lnTo>
                  <a:pt x="21600" y="11297"/>
                </a:lnTo>
                <a:lnTo>
                  <a:pt x="15243" y="11297"/>
                </a:lnTo>
                <a:lnTo>
                  <a:pt x="15243" y="21600"/>
                </a:lnTo>
                <a:lnTo>
                  <a:pt x="6357" y="21600"/>
                </a:lnTo>
                <a:lnTo>
                  <a:pt x="6357" y="11297"/>
                </a:lnTo>
                <a:close/>
              </a:path>
            </a:pathLst>
          </a:custGeom>
          <a:solidFill>
            <a:srgbClr val="2FE0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98" name="文本框 53"/>
          <p:cNvSpPr txBox="1"/>
          <p:nvPr/>
        </p:nvSpPr>
        <p:spPr>
          <a:xfrm>
            <a:off x="5028565" y="7547609"/>
            <a:ext cx="824231" cy="3073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 spc="100">
                <a:solidFill>
                  <a:srgbClr val="FFFFFF"/>
                </a:solidFill>
                <a:effectLst>
                  <a:outerShdw blurRad="50800" dist="38100" dir="2700000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内部连接</a:t>
            </a:r>
          </a:p>
        </p:txBody>
      </p:sp>
      <p:sp>
        <p:nvSpPr>
          <p:cNvPr id="1299" name="上箭头 128"/>
          <p:cNvSpPr/>
          <p:nvPr/>
        </p:nvSpPr>
        <p:spPr>
          <a:xfrm rot="5400000">
            <a:off x="7377430" y="7503794"/>
            <a:ext cx="276861" cy="3644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2565"/>
                </a:moveTo>
                <a:lnTo>
                  <a:pt x="10800" y="0"/>
                </a:lnTo>
                <a:lnTo>
                  <a:pt x="21600" y="12565"/>
                </a:lnTo>
                <a:lnTo>
                  <a:pt x="15243" y="12565"/>
                </a:lnTo>
                <a:lnTo>
                  <a:pt x="15243" y="21600"/>
                </a:lnTo>
                <a:lnTo>
                  <a:pt x="6357" y="21600"/>
                </a:lnTo>
                <a:lnTo>
                  <a:pt x="6357" y="12565"/>
                </a:lnTo>
                <a:close/>
              </a:path>
            </a:pathLst>
          </a:custGeom>
          <a:solidFill>
            <a:srgbClr val="3D5A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>
                    <a:alpha val="50000"/>
                  </a:srgbClr>
                </a:solidFill>
                <a:effectLst>
                  <a:outerShdw blurRad="50800" dist="38100" dir="2700000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300" name="文本框 55"/>
          <p:cNvSpPr txBox="1"/>
          <p:nvPr/>
        </p:nvSpPr>
        <p:spPr>
          <a:xfrm>
            <a:off x="6488429" y="7546975"/>
            <a:ext cx="824231" cy="30734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 spc="100">
                <a:solidFill>
                  <a:srgbClr val="FFFFFF"/>
                </a:solidFill>
                <a:effectLst>
                  <a:outerShdw blurRad="50800" dist="38100" dir="2700000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外部连接</a:t>
            </a:r>
          </a:p>
        </p:txBody>
      </p:sp>
      <p:pic>
        <p:nvPicPr>
          <p:cNvPr id="1301" name="图片 6" descr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302" name="图片 2" descr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9430" y="321309"/>
            <a:ext cx="1155066" cy="243173"/>
          </a:xfrm>
          <a:prstGeom prst="rect">
            <a:avLst/>
          </a:prstGeom>
          <a:ln w="12700">
            <a:miter lim="400000"/>
            <a:headEnd/>
            <a:tailEnd/>
          </a:ln>
          <a:effectLst>
            <a:outerShdw blurRad="50800" dist="12700" dir="2700000" rotWithShape="0">
              <a:srgbClr val="000000">
                <a:alpha val="40000"/>
              </a:srgbClr>
            </a:outerShdw>
          </a:effectLst>
        </p:spPr>
      </p:pic>
      <p:sp>
        <p:nvSpPr>
          <p:cNvPr id="130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63880" y="253505"/>
            <a:ext cx="9954000" cy="522000"/>
          </a:xfrm>
        </p:spPr>
        <p:txBody>
          <a:bodyPr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</a:lstStyle>
          <a:p>
            <a:pPr lvl="0"/>
            <a:r>
              <a:rPr lang="en-US">
                <a:sym typeface="+mn-ea"/>
              </a:rPr>
              <a:t>Click to edit Master title style</a:t>
            </a:r>
            <a:endParaRPr dirty="0">
              <a:sym typeface="+mn-ea"/>
            </a:endParaRPr>
          </a:p>
        </p:txBody>
      </p:sp>
      <p:cxnSp>
        <p:nvCxnSpPr>
          <p:cNvPr id="4" name="直线连接符 1"/>
          <p:cNvCxnSpPr/>
          <p:nvPr>
            <p:custDataLst>
              <p:tags r:id="rId2"/>
            </p:custDataLst>
          </p:nvPr>
        </p:nvCxnSpPr>
        <p:spPr>
          <a:xfrm>
            <a:off x="526431" y="333197"/>
            <a:ext cx="0" cy="576000"/>
          </a:xfrm>
          <a:prstGeom prst="line">
            <a:avLst/>
          </a:prstGeom>
          <a:ln w="63500">
            <a:gradFill>
              <a:gsLst>
                <a:gs pos="0">
                  <a:srgbClr val="F54D61"/>
                </a:gs>
                <a:gs pos="100000">
                  <a:srgbClr val="FF000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占位符 1"/>
          <p:cNvSpPr>
            <a:spLocks noGrp="1"/>
          </p:cNvSpPr>
          <p:nvPr>
            <p:ph type="body" idx="10"/>
            <p:custDataLst>
              <p:tags r:id="rId3"/>
            </p:custDataLst>
          </p:nvPr>
        </p:nvSpPr>
        <p:spPr>
          <a:xfrm>
            <a:off x="563880" y="716208"/>
            <a:ext cx="9954260" cy="25560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kumimoji="0" lang="zh-CN" altLang="en-US" sz="1200" b="0" i="0" u="none" strike="noStrike" kern="1200" cap="none" spc="0" normalizeH="0" baseline="0" noProof="1" smtClean="0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8105779"/>
      </p:ext>
    </p:extLst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无标题_纯白_右上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D:/华锐技术/01 公司品宣/华锐LOGO/华锐LOGO组合方式/华锐技术LOGO标准组合-横版中英文.png华锐技术LOGO标准组合-横版中英文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screen"/>
          <a:srcRect/>
          <a:stretch>
            <a:fillRect/>
          </a:stretch>
        </p:blipFill>
        <p:spPr>
          <a:xfrm>
            <a:off x="10679430" y="319772"/>
            <a:ext cx="1155600" cy="243284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63880" y="252730"/>
            <a:ext cx="9954000" cy="522000"/>
          </a:xfrm>
        </p:spPr>
        <p:txBody>
          <a:bodyPr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smtClean="0">
                <a:solidFill>
                  <a:srgbClr val="203864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</a:lstStyle>
          <a:p>
            <a:pPr lvl="0"/>
            <a:r>
              <a:rPr lang="en-US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0"/>
            <p:custDataLst>
              <p:tags r:id="rId3"/>
            </p:custDataLst>
          </p:nvPr>
        </p:nvSpPr>
        <p:spPr>
          <a:xfrm>
            <a:off x="563880" y="715645"/>
            <a:ext cx="9954260" cy="25560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kumimoji="0" lang="zh-CN" altLang="en-US" sz="1200" b="0" i="0" u="none" strike="noStrike" kern="1200" cap="none" spc="0" normalizeH="0" baseline="0" noProof="1" smtClean="0">
                <a:solidFill>
                  <a:srgbClr val="939AB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378595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页深色渐变-Logo右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幻灯片 16_9 25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 2" descr="D:/华锐技术/01 公司品宣/华锐LOGO/华锐LOGO组合方式/华锐技术LOGO标准组合-横版中英文（文字反白）.png华锐技术LOGO标准组合-横版中英文（文字反白）"/>
          <p:cNvPicPr>
            <a:picLocks noChangeAspect="1"/>
          </p:cNvPicPr>
          <p:nvPr userDrawn="1"/>
        </p:nvPicPr>
        <p:blipFill>
          <a:blip r:embed="rId5" cstate="screen"/>
          <a:srcRect/>
          <a:stretch>
            <a:fillRect/>
          </a:stretch>
        </p:blipFill>
        <p:spPr>
          <a:xfrm>
            <a:off x="10679430" y="321310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63880" y="253505"/>
            <a:ext cx="9954895" cy="521970"/>
          </a:xfrm>
        </p:spPr>
        <p:txBody>
          <a:bodyPr anchor="ctr" anchorCtr="0"/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cxnSp>
        <p:nvCxnSpPr>
          <p:cNvPr id="8" name="直线连接符 1"/>
          <p:cNvCxnSpPr/>
          <p:nvPr userDrawn="1">
            <p:custDataLst>
              <p:tags r:id="rId2"/>
            </p:custDataLst>
          </p:nvPr>
        </p:nvCxnSpPr>
        <p:spPr>
          <a:xfrm>
            <a:off x="526415" y="313690"/>
            <a:ext cx="0" cy="404378"/>
          </a:xfrm>
          <a:prstGeom prst="line">
            <a:avLst/>
          </a:prstGeom>
          <a:ln w="63500">
            <a:gradFill>
              <a:gsLst>
                <a:gs pos="0">
                  <a:srgbClr val="F54D61"/>
                </a:gs>
                <a:gs pos="100000">
                  <a:srgbClr val="FF000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华锐研究所LOGO标准组合-横版中英文（文字反白）" hidden="1"/>
          <p:cNvPicPr>
            <a:picLocks noChangeAspect="1"/>
          </p:cNvPicPr>
          <p:nvPr userDrawn="1"/>
        </p:nvPicPr>
        <p:blipFill>
          <a:blip r:embed="rId6" cstate="screen"/>
          <a:stretch>
            <a:fillRect/>
          </a:stretch>
        </p:blipFill>
        <p:spPr>
          <a:xfrm>
            <a:off x="10679464" y="319405"/>
            <a:ext cx="1273703" cy="24480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1609843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封面">
    <p:bg>
      <p:bgPr>
        <a:gradFill>
          <a:gsLst>
            <a:gs pos="0">
              <a:srgbClr val="285382"/>
            </a:gs>
            <a:gs pos="68000">
              <a:srgbClr val="072448"/>
            </a:gs>
          </a:gsLst>
          <a:lin ang="33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D:/华锐技术/01 公司品宣/华锐LOGO/华锐LOGO组合方式/华锐技术LOGO标准组合-横版中英文（文字反白）.png华锐技术LOGO标准组合-横版中英文（文字反白）"/>
          <p:cNvPicPr>
            <a:picLocks noChangeAspect="1"/>
          </p:cNvPicPr>
          <p:nvPr/>
        </p:nvPicPr>
        <p:blipFill>
          <a:blip r:embed="rId2" cstate="screen"/>
          <a:srcRect/>
          <a:stretch>
            <a:fillRect/>
          </a:stretch>
        </p:blipFill>
        <p:spPr>
          <a:xfrm>
            <a:off x="838869" y="600356"/>
            <a:ext cx="1603465" cy="3375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97622821"/>
      </p:ext>
    </p:extLst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形状 14"/>
          <p:cNvSpPr/>
          <p:nvPr>
            <p:custDataLst>
              <p:tags r:id="rId1"/>
            </p:custDataLst>
          </p:nvPr>
        </p:nvSpPr>
        <p:spPr>
          <a:xfrm>
            <a:off x="1" y="1"/>
            <a:ext cx="4362405" cy="6858000"/>
          </a:xfrm>
          <a:custGeom>
            <a:avLst/>
            <a:gdLst>
              <a:gd name="connsiteX0" fmla="*/ 0 w 8724808"/>
              <a:gd name="connsiteY0" fmla="*/ 0 h 13716000"/>
              <a:gd name="connsiteX1" fmla="*/ 7113954 w 8724808"/>
              <a:gd name="connsiteY1" fmla="*/ 0 h 13716000"/>
              <a:gd name="connsiteX2" fmla="*/ 7228935 w 8724808"/>
              <a:gd name="connsiteY2" fmla="*/ 219261 h 13716000"/>
              <a:gd name="connsiteX3" fmla="*/ 8724808 w 8724808"/>
              <a:gd name="connsiteY3" fmla="*/ 6858000 h 13716000"/>
              <a:gd name="connsiteX4" fmla="*/ 7228935 w 8724808"/>
              <a:gd name="connsiteY4" fmla="*/ 13496738 h 13716000"/>
              <a:gd name="connsiteX5" fmla="*/ 7113953 w 8724808"/>
              <a:gd name="connsiteY5" fmla="*/ 13716000 h 13716000"/>
              <a:gd name="connsiteX6" fmla="*/ 0 w 8724808"/>
              <a:gd name="connsiteY6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24808" h="13716000">
                <a:moveTo>
                  <a:pt x="0" y="0"/>
                </a:moveTo>
                <a:lnTo>
                  <a:pt x="7113954" y="0"/>
                </a:lnTo>
                <a:lnTo>
                  <a:pt x="7228935" y="219261"/>
                </a:lnTo>
                <a:cubicBezTo>
                  <a:pt x="8169676" y="2081760"/>
                  <a:pt x="8724808" y="4376269"/>
                  <a:pt x="8724808" y="6858000"/>
                </a:cubicBezTo>
                <a:cubicBezTo>
                  <a:pt x="8724808" y="9339731"/>
                  <a:pt x="8169676" y="11634239"/>
                  <a:pt x="7228935" y="13496738"/>
                </a:cubicBezTo>
                <a:lnTo>
                  <a:pt x="7113953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2D477A"/>
              </a:gs>
              <a:gs pos="99000">
                <a:srgbClr val="042B5C"/>
              </a:gs>
            </a:gsLst>
            <a:lin ang="2700000" scaled="0"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fromWordArt="0" anchor="ctr" anchorCtr="0" forceAA="0" compatLnSpc="1">
            <a:noAutofit/>
          </a:bodyPr>
          <a:lstStyle/>
          <a:p>
            <a:pPr defTabSz="412750"/>
            <a:endParaRPr lang="zh-CN" altLang="en-US" sz="1600" b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  <a:sym typeface="Helvetica Neue Medium" panose="02000503000000020004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1108710" y="2403475"/>
            <a:ext cx="2145030" cy="1264920"/>
            <a:chOff x="1742" y="4076"/>
            <a:chExt cx="3378" cy="1992"/>
          </a:xfrm>
        </p:grpSpPr>
        <p:sp>
          <p:nvSpPr>
            <p:cNvPr id="2" name="îŝ1íḓe"/>
            <p:cNvSpPr/>
            <p:nvPr/>
          </p:nvSpPr>
          <p:spPr>
            <a:xfrm>
              <a:off x="1742" y="4076"/>
              <a:ext cx="3378" cy="1284"/>
            </a:xfrm>
            <a:prstGeom prst="rect">
              <a:avLst/>
            </a:prstGeom>
          </p:spPr>
          <p:txBody>
            <a:bodyPr wrap="square" lIns="91441" tIns="45720" rIns="91441" bIns="45720" anchor="ctr">
              <a:no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4400">
                <a:defRPr/>
              </a:pPr>
              <a:r>
                <a:rPr lang="zh-CN" altLang="en-US" sz="6000" dirty="0">
                  <a:solidFill>
                    <a:srgbClr val="FFFFFF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  <a:cs typeface="微软雅黑" panose="020B0503020204020204" pitchFamily="34" charset="-122"/>
                </a:rPr>
                <a:t>目录</a:t>
              </a:r>
            </a:p>
          </p:txBody>
        </p:sp>
        <p:sp>
          <p:nvSpPr>
            <p:cNvPr id="24" name="矩形 29"/>
            <p:cNvSpPr txBox="1"/>
            <p:nvPr/>
          </p:nvSpPr>
          <p:spPr>
            <a:xfrm>
              <a:off x="1954" y="5440"/>
              <a:ext cx="2648" cy="628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45720" rIns="45720">
              <a:spAutoFit/>
            </a:bodyPr>
            <a:lstStyle>
              <a:lvl1pPr>
                <a:defRPr sz="1600">
                  <a:solidFill>
                    <a:srgbClr val="1B2F48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</a:lstStyle>
            <a:p>
              <a:pPr algn="l"/>
              <a:r>
                <a:rPr sz="2000" b="0" i="0" dirty="0">
                  <a:solidFill>
                    <a:schemeClr val="bg1">
                      <a:alpha val="30000"/>
                    </a:scheme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Arial" panose="020B0604020202020204" pitchFamily="34" charset="0"/>
                </a:rPr>
                <a:t>CONTENT</a:t>
              </a:r>
              <a:r>
                <a:rPr lang="en-US" sz="2000" b="0" i="0" dirty="0">
                  <a:solidFill>
                    <a:schemeClr val="bg1">
                      <a:alpha val="30000"/>
                    </a:scheme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Arial" panose="020B0604020202020204" pitchFamily="34" charset="0"/>
                </a:rPr>
                <a:t>S</a:t>
              </a:r>
            </a:p>
          </p:txBody>
        </p:sp>
      </p:grpSp>
      <p:pic>
        <p:nvPicPr>
          <p:cNvPr id="8" name="图片 7" descr="组 12"/>
          <p:cNvPicPr>
            <a:picLocks noChangeAspect="1"/>
          </p:cNvPicPr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>
            <a:off x="336550" y="4083685"/>
            <a:ext cx="3495040" cy="1967230"/>
          </a:xfrm>
          <a:prstGeom prst="rect">
            <a:avLst/>
          </a:prstGeom>
          <a:effectLst>
            <a:reflection blurRad="6350" stA="70000" endA="300" endPos="55000" dist="1143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282028757"/>
      </p:ext>
    </p:extLst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无标题_纯色内页-右上Logo">
    <p:bg>
      <p:bgPr>
        <a:solidFill>
          <a:srgbClr val="0D31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D:/华锐技术/01 公司品宣/华锐LOGO/华锐LOGO组合方式/华锐技术LOGO标准组合-横版中英文（文字反白）.png华锐技术LOGO标准组合-横版中英文（文字反白）"/>
          <p:cNvPicPr>
            <a:picLocks noChangeAspect="1"/>
          </p:cNvPicPr>
          <p:nvPr/>
        </p:nvPicPr>
        <p:blipFill>
          <a:blip r:embed="rId4" cstate="screen"/>
          <a:srcRect/>
          <a:stretch>
            <a:fillRect/>
          </a:stretch>
        </p:blipFill>
        <p:spPr>
          <a:xfrm>
            <a:off x="10679430" y="321310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标题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63880" y="253505"/>
            <a:ext cx="9954000" cy="522000"/>
          </a:xfrm>
        </p:spPr>
        <p:txBody>
          <a:bodyPr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</a:lstStyle>
          <a:p>
            <a:pPr lvl="0"/>
            <a:r>
              <a:rPr lang="en-US">
                <a:sym typeface="+mn-ea"/>
              </a:rPr>
              <a:t>Click to edit Master title style</a:t>
            </a:r>
            <a:endParaRPr dirty="0">
              <a:sym typeface="+mn-ea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0"/>
            <p:custDataLst>
              <p:tags r:id="rId2"/>
            </p:custDataLst>
          </p:nvPr>
        </p:nvSpPr>
        <p:spPr>
          <a:xfrm>
            <a:off x="563880" y="716208"/>
            <a:ext cx="9954260" cy="25560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kumimoji="0" lang="zh-CN" altLang="en-US" sz="1200" b="0" i="0" u="none" strike="noStrike" kern="1200" cap="none" spc="0" normalizeH="0" baseline="0" noProof="1" smtClean="0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294150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标题_纯色内页-右上Logo">
    <p:bg>
      <p:bgPr>
        <a:solidFill>
          <a:srgbClr val="0D31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D:/华锐技术/01 公司品宣/华锐LOGO/华锐LOGO组合方式/华锐技术LOGO标准组合-横版中英文（文字反白）.png华锐技术LOGO标准组合-横版中英文（文字反白）"/>
          <p:cNvPicPr>
            <a:picLocks noChangeAspect="1"/>
          </p:cNvPicPr>
          <p:nvPr/>
        </p:nvPicPr>
        <p:blipFill>
          <a:blip r:embed="rId4" cstate="screen"/>
          <a:srcRect/>
          <a:stretch>
            <a:fillRect/>
          </a:stretch>
        </p:blipFill>
        <p:spPr>
          <a:xfrm>
            <a:off x="10679430" y="321310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63880" y="253505"/>
            <a:ext cx="9954895" cy="521970"/>
          </a:xfrm>
        </p:spPr>
        <p:txBody>
          <a:bodyPr anchor="ctr" anchorCtr="0"/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cxnSp>
        <p:nvCxnSpPr>
          <p:cNvPr id="8" name="直线连接符 1"/>
          <p:cNvCxnSpPr/>
          <p:nvPr>
            <p:custDataLst>
              <p:tags r:id="rId2"/>
            </p:custDataLst>
          </p:nvPr>
        </p:nvCxnSpPr>
        <p:spPr>
          <a:xfrm>
            <a:off x="526415" y="332740"/>
            <a:ext cx="0" cy="410209"/>
          </a:xfrm>
          <a:prstGeom prst="line">
            <a:avLst/>
          </a:prstGeom>
          <a:ln w="63500">
            <a:gradFill>
              <a:gsLst>
                <a:gs pos="0">
                  <a:srgbClr val="F54D61"/>
                </a:gs>
                <a:gs pos="100000">
                  <a:srgbClr val="FF000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308492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英文标题_纯色内页-右上Logo">
    <p:bg>
      <p:bgPr>
        <a:solidFill>
          <a:srgbClr val="0D31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63880" y="253505"/>
            <a:ext cx="9954000" cy="522000"/>
          </a:xfrm>
        </p:spPr>
        <p:txBody>
          <a:bodyPr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</a:lstStyle>
          <a:p>
            <a:pPr lvl="0"/>
            <a:r>
              <a:rPr lang="en-US">
                <a:sym typeface="+mn-ea"/>
              </a:rPr>
              <a:t>Click to edit Master title style</a:t>
            </a:r>
            <a:endParaRPr dirty="0">
              <a:sym typeface="+mn-ea"/>
            </a:endParaRPr>
          </a:p>
        </p:txBody>
      </p:sp>
      <p:cxnSp>
        <p:nvCxnSpPr>
          <p:cNvPr id="4" name="直线连接符 1"/>
          <p:cNvCxnSpPr/>
          <p:nvPr>
            <p:custDataLst>
              <p:tags r:id="rId2"/>
            </p:custDataLst>
          </p:nvPr>
        </p:nvCxnSpPr>
        <p:spPr>
          <a:xfrm>
            <a:off x="526431" y="333197"/>
            <a:ext cx="0" cy="576000"/>
          </a:xfrm>
          <a:prstGeom prst="line">
            <a:avLst/>
          </a:prstGeom>
          <a:ln w="63500">
            <a:gradFill>
              <a:gsLst>
                <a:gs pos="0">
                  <a:srgbClr val="F54D61"/>
                </a:gs>
                <a:gs pos="100000">
                  <a:srgbClr val="FF000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占位符 1"/>
          <p:cNvSpPr>
            <a:spLocks noGrp="1"/>
          </p:cNvSpPr>
          <p:nvPr>
            <p:ph type="body" idx="10"/>
            <p:custDataLst>
              <p:tags r:id="rId3"/>
            </p:custDataLst>
          </p:nvPr>
        </p:nvSpPr>
        <p:spPr>
          <a:xfrm>
            <a:off x="563880" y="716208"/>
            <a:ext cx="9954260" cy="25560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kumimoji="0" lang="zh-CN" altLang="en-US" sz="1200" b="0" i="0" u="none" strike="noStrike" kern="1200" cap="none" spc="0" normalizeH="0" baseline="0" noProof="1" smtClean="0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pic>
        <p:nvPicPr>
          <p:cNvPr id="7" name="图片 6" descr="D:/华锐技术/01 公司品宣/华锐LOGO/华锐LOGO组合方式/华锐技术LOGO标准组合-横版中英文（文字反白）.png华锐技术LOGO标准组合-横版中英文（文字反白）"/>
          <p:cNvPicPr>
            <a:picLocks noChangeAspect="1"/>
          </p:cNvPicPr>
          <p:nvPr/>
        </p:nvPicPr>
        <p:blipFill>
          <a:blip r:embed="rId5" cstate="screen"/>
          <a:srcRect/>
          <a:stretch>
            <a:fillRect/>
          </a:stretch>
        </p:blipFill>
        <p:spPr>
          <a:xfrm>
            <a:off x="10679430" y="321310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7319298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标题_纯白-右上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D:/华锐技术/01 公司品宣/华锐LOGO/华锐LOGO组合方式/华锐技术LOGO标准组合-横版中英文.png华锐技术LOGO标准组合-横版中英文"/>
          <p:cNvPicPr>
            <a:picLocks noChangeAspect="1"/>
          </p:cNvPicPr>
          <p:nvPr/>
        </p:nvPicPr>
        <p:blipFill>
          <a:blip r:embed="rId4" cstate="screen"/>
          <a:srcRect/>
          <a:stretch>
            <a:fillRect/>
          </a:stretch>
        </p:blipFill>
        <p:spPr>
          <a:xfrm>
            <a:off x="10679430" y="319772"/>
            <a:ext cx="1155600" cy="2432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63880" y="253505"/>
            <a:ext cx="9954000" cy="522000"/>
          </a:xfrm>
        </p:spPr>
        <p:txBody>
          <a:bodyPr anchor="ctr" anchorCtr="0"/>
          <a:lstStyle>
            <a:lvl1pPr>
              <a:lnSpc>
                <a:spcPct val="100000"/>
              </a:lnSpc>
              <a:defRPr sz="2800" b="1">
                <a:solidFill>
                  <a:srgbClr val="203864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cxnSp>
        <p:nvCxnSpPr>
          <p:cNvPr id="4" name="直线连接符 1"/>
          <p:cNvCxnSpPr/>
          <p:nvPr>
            <p:custDataLst>
              <p:tags r:id="rId2"/>
            </p:custDataLst>
          </p:nvPr>
        </p:nvCxnSpPr>
        <p:spPr>
          <a:xfrm>
            <a:off x="526415" y="332740"/>
            <a:ext cx="0" cy="410209"/>
          </a:xfrm>
          <a:prstGeom prst="line">
            <a:avLst/>
          </a:prstGeom>
          <a:ln w="63500">
            <a:gradFill>
              <a:gsLst>
                <a:gs pos="0">
                  <a:srgbClr val="F54D61"/>
                </a:gs>
                <a:gs pos="100000">
                  <a:srgbClr val="FF000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588764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英文标题_纯白-右上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3880" y="252730"/>
            <a:ext cx="9954000" cy="522000"/>
          </a:xfrm>
        </p:spPr>
        <p:txBody>
          <a:bodyPr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smtClean="0">
                <a:solidFill>
                  <a:srgbClr val="203864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</a:lstStyle>
          <a:p>
            <a:pPr lvl="0"/>
            <a:r>
              <a:rPr lang="en-US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563880" y="715645"/>
            <a:ext cx="9954260" cy="25560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kumimoji="0" lang="zh-CN" altLang="en-US" sz="1200" b="0" i="0" u="none" strike="noStrike" kern="1200" cap="none" spc="0" normalizeH="0" baseline="0" noProof="1" smtClean="0">
                <a:solidFill>
                  <a:srgbClr val="939AB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cxnSp>
        <p:nvCxnSpPr>
          <p:cNvPr id="6" name="直线连接符 1"/>
          <p:cNvCxnSpPr/>
          <p:nvPr>
            <p:custDataLst>
              <p:tags r:id="rId1"/>
            </p:custDataLst>
          </p:nvPr>
        </p:nvCxnSpPr>
        <p:spPr>
          <a:xfrm>
            <a:off x="526431" y="331292"/>
            <a:ext cx="0" cy="576000"/>
          </a:xfrm>
          <a:prstGeom prst="line">
            <a:avLst/>
          </a:prstGeom>
          <a:ln w="63500">
            <a:gradFill>
              <a:gsLst>
                <a:gs pos="0">
                  <a:srgbClr val="F54D61"/>
                </a:gs>
                <a:gs pos="100000">
                  <a:srgbClr val="FF000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D:/华锐技术/01 公司品宣/华锐LOGO/华锐LOGO组合方式/华锐技术LOGO标准组合-横版中英文.png华锐技术LOGO标准组合-横版中英文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 cstate="screen"/>
          <a:srcRect/>
          <a:stretch>
            <a:fillRect/>
          </a:stretch>
        </p:blipFill>
        <p:spPr>
          <a:xfrm>
            <a:off x="10679430" y="319772"/>
            <a:ext cx="1155600" cy="243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7543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纯色内页（旧版兼容）-右上Logo">
    <p:bg>
      <p:bgPr>
        <a:solidFill>
          <a:srgbClr val="0D31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0679430" y="318135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2429355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中文标题_纯色内页_右上Logo">
    <p:bg>
      <p:bgPr>
        <a:solidFill>
          <a:srgbClr val="0D31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D:/华锐技术/01 公司品宣/华锐LOGO/华锐LOGO组合方式/华锐技术LOGO标准组合-横版中英文（文字反白）.png华锐技术LOGO标准组合-横版中英文（文字反白）"/>
          <p:cNvPicPr>
            <a:picLocks noChangeAspect="1"/>
          </p:cNvPicPr>
          <p:nvPr/>
        </p:nvPicPr>
        <p:blipFill>
          <a:blip r:embed="rId4" cstate="screen"/>
          <a:srcRect/>
          <a:stretch>
            <a:fillRect/>
          </a:stretch>
        </p:blipFill>
        <p:spPr>
          <a:xfrm>
            <a:off x="10679430" y="321310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63880" y="253505"/>
            <a:ext cx="9954895" cy="521970"/>
          </a:xfrm>
        </p:spPr>
        <p:txBody>
          <a:bodyPr anchor="ctr" anchorCtr="0"/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cxnSp>
        <p:nvCxnSpPr>
          <p:cNvPr id="8" name="直线连接符 1"/>
          <p:cNvCxnSpPr/>
          <p:nvPr>
            <p:custDataLst>
              <p:tags r:id="rId2"/>
            </p:custDataLst>
          </p:nvPr>
        </p:nvCxnSpPr>
        <p:spPr>
          <a:xfrm>
            <a:off x="526415" y="332740"/>
            <a:ext cx="0" cy="404378"/>
          </a:xfrm>
          <a:prstGeom prst="line">
            <a:avLst/>
          </a:prstGeom>
          <a:ln w="63500">
            <a:gradFill>
              <a:gsLst>
                <a:gs pos="0">
                  <a:srgbClr val="F54D61"/>
                </a:gs>
                <a:gs pos="100000">
                  <a:srgbClr val="FF000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366153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1363523" y="7885708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867523" y="7885708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9629123" y="7885708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583471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渐变内页-右上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-635" y="0"/>
            <a:ext cx="12192635" cy="6858000"/>
          </a:xfrm>
          <a:prstGeom prst="rect">
            <a:avLst/>
          </a:prstGeom>
          <a:gradFill>
            <a:gsLst>
              <a:gs pos="0">
                <a:srgbClr val="2D507C"/>
              </a:gs>
              <a:gs pos="100000">
                <a:srgbClr val="020B31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034A7C"/>
              </a:gs>
              <a:gs pos="100000">
                <a:srgbClr val="020B31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144778"/>
              </a:gs>
              <a:gs pos="100000">
                <a:srgbClr val="071E47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 descr="D:/华锐技术/01 公司品宣/华锐LOGO/华锐LOGO组合方式/华锐技术LOGO标准组合-横版中英文（文字反白）.png华锐技术LOGO标准组合-横版中英文（文字反白）"/>
          <p:cNvPicPr>
            <a:picLocks noChangeAspect="1"/>
          </p:cNvPicPr>
          <p:nvPr/>
        </p:nvPicPr>
        <p:blipFill>
          <a:blip r:embed="rId2" cstate="screen"/>
          <a:srcRect/>
          <a:stretch>
            <a:fillRect/>
          </a:stretch>
        </p:blipFill>
        <p:spPr>
          <a:xfrm>
            <a:off x="10679430" y="321310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7001773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渐变内页-右上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-635" y="0"/>
            <a:ext cx="12192635" cy="6858000"/>
          </a:xfrm>
          <a:prstGeom prst="rect">
            <a:avLst/>
          </a:prstGeom>
          <a:gradFill>
            <a:gsLst>
              <a:gs pos="0">
                <a:srgbClr val="2D507C"/>
              </a:gs>
              <a:gs pos="100000">
                <a:srgbClr val="020B31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034A7C"/>
              </a:gs>
              <a:gs pos="100000">
                <a:srgbClr val="020B31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144778"/>
              </a:gs>
              <a:gs pos="100000">
                <a:srgbClr val="071E47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63880" y="253505"/>
            <a:ext cx="9954000" cy="522000"/>
          </a:xfrm>
        </p:spPr>
        <p:txBody>
          <a:bodyPr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</a:lstStyle>
          <a:p>
            <a:pPr lvl="0"/>
            <a:r>
              <a:rPr lang="en-US">
                <a:sym typeface="+mn-ea"/>
              </a:rPr>
              <a:t>Click to edit Master title style</a:t>
            </a:r>
            <a:endParaRPr dirty="0">
              <a:sym typeface="+mn-ea"/>
            </a:endParaRPr>
          </a:p>
        </p:txBody>
      </p:sp>
      <p:cxnSp>
        <p:nvCxnSpPr>
          <p:cNvPr id="6" name="直线连接符 1"/>
          <p:cNvCxnSpPr/>
          <p:nvPr>
            <p:custDataLst>
              <p:tags r:id="rId2"/>
            </p:custDataLst>
          </p:nvPr>
        </p:nvCxnSpPr>
        <p:spPr>
          <a:xfrm>
            <a:off x="526431" y="333197"/>
            <a:ext cx="0" cy="576000"/>
          </a:xfrm>
          <a:prstGeom prst="line">
            <a:avLst/>
          </a:prstGeom>
          <a:ln w="63500">
            <a:gradFill>
              <a:gsLst>
                <a:gs pos="0">
                  <a:srgbClr val="F54D61"/>
                </a:gs>
                <a:gs pos="100000">
                  <a:srgbClr val="FF000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6"/>
          <p:cNvSpPr>
            <a:spLocks noGrp="1"/>
          </p:cNvSpPr>
          <p:nvPr>
            <p:ph type="body" idx="10"/>
            <p:custDataLst>
              <p:tags r:id="rId3"/>
            </p:custDataLst>
          </p:nvPr>
        </p:nvSpPr>
        <p:spPr>
          <a:xfrm>
            <a:off x="563880" y="716208"/>
            <a:ext cx="9954260" cy="25560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kumimoji="0" lang="zh-CN" altLang="en-US" sz="1200" b="0" i="0" u="none" strike="noStrike" kern="1200" cap="none" spc="0" normalizeH="0" baseline="0" noProof="1" smtClean="0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pic>
        <p:nvPicPr>
          <p:cNvPr id="8" name="图片 7" descr="D:/华锐技术/01 公司品宣/华锐LOGO/华锐LOGO组合方式/华锐技术LOGO标准组合-横版中英文（文字反白）.png华锐技术LOGO标准组合-横版中英文（文字反白）"/>
          <p:cNvPicPr>
            <a:picLocks noChangeAspect="1"/>
          </p:cNvPicPr>
          <p:nvPr/>
        </p:nvPicPr>
        <p:blipFill>
          <a:blip r:embed="rId5" cstate="screen"/>
          <a:srcRect/>
          <a:stretch>
            <a:fillRect/>
          </a:stretch>
        </p:blipFill>
        <p:spPr>
          <a:xfrm>
            <a:off x="10679430" y="321310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46208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1_无标题_纯色内页-右上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Rounded Rectangle 22"/>
          <p:cNvSpPr/>
          <p:nvPr/>
        </p:nvSpPr>
        <p:spPr>
          <a:xfrm>
            <a:off x="12323199" y="138429"/>
            <a:ext cx="307976" cy="306071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25" name="文本框 39"/>
          <p:cNvSpPr txBox="1"/>
          <p:nvPr/>
        </p:nvSpPr>
        <p:spPr>
          <a:xfrm>
            <a:off x="13206730" y="138429"/>
            <a:ext cx="836296" cy="3073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标题文字</a:t>
            </a:r>
          </a:p>
        </p:txBody>
      </p:sp>
      <p:sp>
        <p:nvSpPr>
          <p:cNvPr id="1226" name="文本框 75"/>
          <p:cNvSpPr txBox="1"/>
          <p:nvPr/>
        </p:nvSpPr>
        <p:spPr>
          <a:xfrm>
            <a:off x="12270104" y="-368321"/>
            <a:ext cx="455296" cy="5232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深色背景</a:t>
            </a:r>
          </a:p>
        </p:txBody>
      </p:sp>
      <p:sp>
        <p:nvSpPr>
          <p:cNvPr id="1227" name="Rounded Rectangle 22"/>
          <p:cNvSpPr/>
          <p:nvPr/>
        </p:nvSpPr>
        <p:spPr>
          <a:xfrm>
            <a:off x="12837159" y="138429"/>
            <a:ext cx="307976" cy="306071"/>
          </a:xfrm>
          <a:prstGeom prst="rect">
            <a:avLst/>
          </a:prstGeom>
          <a:solidFill>
            <a:srgbClr val="28376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28" name="Rounded Rectangle 22"/>
          <p:cNvSpPr/>
          <p:nvPr/>
        </p:nvSpPr>
        <p:spPr>
          <a:xfrm>
            <a:off x="12323199" y="568325"/>
            <a:ext cx="307976" cy="306071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29" name="Rounded Rectangle 22"/>
          <p:cNvSpPr/>
          <p:nvPr/>
        </p:nvSpPr>
        <p:spPr>
          <a:xfrm>
            <a:off x="12837159" y="568325"/>
            <a:ext cx="307976" cy="306071"/>
          </a:xfrm>
          <a:prstGeom prst="rect">
            <a:avLst/>
          </a:prstGeom>
          <a:solidFill>
            <a:srgbClr val="41507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0" name="文本框 79"/>
          <p:cNvSpPr txBox="1"/>
          <p:nvPr/>
        </p:nvSpPr>
        <p:spPr>
          <a:xfrm>
            <a:off x="13206730" y="583565"/>
            <a:ext cx="836296" cy="3073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正文文字</a:t>
            </a:r>
          </a:p>
        </p:txBody>
      </p:sp>
      <p:sp>
        <p:nvSpPr>
          <p:cNvPr id="1231" name="Rounded Rectangle 22"/>
          <p:cNvSpPr/>
          <p:nvPr/>
        </p:nvSpPr>
        <p:spPr>
          <a:xfrm>
            <a:off x="12323199" y="998219"/>
            <a:ext cx="307976" cy="306071"/>
          </a:xfrm>
          <a:prstGeom prst="rect">
            <a:avLst/>
          </a:prstGeom>
          <a:solidFill>
            <a:srgbClr val="D9D9D9"/>
          </a:solidFill>
          <a:ln w="6350">
            <a:solidFill>
              <a:srgbClr val="59595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2" name="Rounded Rectangle 22"/>
          <p:cNvSpPr/>
          <p:nvPr/>
        </p:nvSpPr>
        <p:spPr>
          <a:xfrm>
            <a:off x="12837159" y="998219"/>
            <a:ext cx="307976" cy="306071"/>
          </a:xfrm>
          <a:prstGeom prst="rect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3" name="Rounded Rectangle 22"/>
          <p:cNvSpPr/>
          <p:nvPr/>
        </p:nvSpPr>
        <p:spPr>
          <a:xfrm>
            <a:off x="12323199" y="2434845"/>
            <a:ext cx="307976" cy="306071"/>
          </a:xfrm>
          <a:prstGeom prst="rect">
            <a:avLst/>
          </a:prstGeom>
          <a:solidFill>
            <a:srgbClr val="F54D6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4" name="Rounded Rectangle 22"/>
          <p:cNvSpPr/>
          <p:nvPr/>
        </p:nvSpPr>
        <p:spPr>
          <a:xfrm>
            <a:off x="12323199" y="2060566"/>
            <a:ext cx="307976" cy="306071"/>
          </a:xfrm>
          <a:prstGeom prst="rect">
            <a:avLst/>
          </a:prstGeom>
          <a:solidFill>
            <a:srgbClr val="F889A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5" name="Rounded Rectangle 22"/>
          <p:cNvSpPr/>
          <p:nvPr/>
        </p:nvSpPr>
        <p:spPr>
          <a:xfrm>
            <a:off x="12323199" y="3183406"/>
            <a:ext cx="307976" cy="306071"/>
          </a:xfrm>
          <a:prstGeom prst="rect">
            <a:avLst/>
          </a:prstGeom>
          <a:solidFill>
            <a:srgbClr val="F8A21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6" name="Rounded Rectangle 22"/>
          <p:cNvSpPr/>
          <p:nvPr/>
        </p:nvSpPr>
        <p:spPr>
          <a:xfrm>
            <a:off x="12707078" y="3183406"/>
            <a:ext cx="307976" cy="306071"/>
          </a:xfrm>
          <a:prstGeom prst="rect">
            <a:avLst/>
          </a:prstGeom>
          <a:solidFill>
            <a:srgbClr val="E3AB4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7" name="Rounded Rectangle 22"/>
          <p:cNvSpPr/>
          <p:nvPr/>
        </p:nvSpPr>
        <p:spPr>
          <a:xfrm>
            <a:off x="12707078" y="3554233"/>
            <a:ext cx="307976" cy="306071"/>
          </a:xfrm>
          <a:prstGeom prst="rect">
            <a:avLst/>
          </a:prstGeom>
          <a:solidFill>
            <a:srgbClr val="EBD86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8" name="Rounded Rectangle 22"/>
          <p:cNvSpPr/>
          <p:nvPr/>
        </p:nvSpPr>
        <p:spPr>
          <a:xfrm>
            <a:off x="12323199" y="3931965"/>
            <a:ext cx="307976" cy="306071"/>
          </a:xfrm>
          <a:prstGeom prst="rect">
            <a:avLst/>
          </a:prstGeom>
          <a:solidFill>
            <a:srgbClr val="53E0B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9" name="Rounded Rectangle 22"/>
          <p:cNvSpPr/>
          <p:nvPr/>
        </p:nvSpPr>
        <p:spPr>
          <a:xfrm>
            <a:off x="12323199" y="4306246"/>
            <a:ext cx="307976" cy="306071"/>
          </a:xfrm>
          <a:prstGeom prst="rect">
            <a:avLst/>
          </a:prstGeom>
          <a:solidFill>
            <a:srgbClr val="3EC2A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0" name="Rounded Rectangle 22"/>
          <p:cNvSpPr/>
          <p:nvPr/>
        </p:nvSpPr>
        <p:spPr>
          <a:xfrm>
            <a:off x="12710662" y="5047748"/>
            <a:ext cx="307976" cy="306071"/>
          </a:xfrm>
          <a:prstGeom prst="rect">
            <a:avLst/>
          </a:prstGeom>
          <a:solidFill>
            <a:srgbClr val="46D0F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1" name="Rounded Rectangle 22"/>
          <p:cNvSpPr/>
          <p:nvPr/>
        </p:nvSpPr>
        <p:spPr>
          <a:xfrm>
            <a:off x="12323199" y="5429086"/>
            <a:ext cx="307976" cy="306071"/>
          </a:xfrm>
          <a:prstGeom prst="rect">
            <a:avLst/>
          </a:prstGeom>
          <a:solidFill>
            <a:srgbClr val="2B5EC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2" name="Rounded Rectangle 22"/>
          <p:cNvSpPr/>
          <p:nvPr/>
        </p:nvSpPr>
        <p:spPr>
          <a:xfrm>
            <a:off x="12323199" y="5803365"/>
            <a:ext cx="307976" cy="306071"/>
          </a:xfrm>
          <a:prstGeom prst="rect">
            <a:avLst/>
          </a:prstGeom>
          <a:solidFill>
            <a:srgbClr val="225FD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3" name="Rounded Rectangle 22"/>
          <p:cNvSpPr/>
          <p:nvPr/>
        </p:nvSpPr>
        <p:spPr>
          <a:xfrm>
            <a:off x="12323199" y="6177646"/>
            <a:ext cx="307976" cy="306071"/>
          </a:xfrm>
          <a:prstGeom prst="rect">
            <a:avLst/>
          </a:prstGeom>
          <a:solidFill>
            <a:srgbClr val="5E7AF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4" name="Rounded Rectangle 22"/>
          <p:cNvSpPr/>
          <p:nvPr/>
        </p:nvSpPr>
        <p:spPr>
          <a:xfrm>
            <a:off x="12323199" y="6551930"/>
            <a:ext cx="307976" cy="306071"/>
          </a:xfrm>
          <a:prstGeom prst="rect">
            <a:avLst/>
          </a:prstGeom>
          <a:solidFill>
            <a:srgbClr val="8F7FE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5" name="文本框 3"/>
          <p:cNvSpPr txBox="1"/>
          <p:nvPr/>
        </p:nvSpPr>
        <p:spPr>
          <a:xfrm>
            <a:off x="11861564" y="9008232"/>
            <a:ext cx="1480655" cy="5232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r>
              <a:t>在这占位</a:t>
            </a:r>
          </a:p>
          <a:p>
            <a: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r>
              <a:t>防止轻易跨页滚动</a:t>
            </a:r>
          </a:p>
        </p:txBody>
      </p:sp>
      <p:sp>
        <p:nvSpPr>
          <p:cNvPr id="1246" name="Rounded Rectangle 21"/>
          <p:cNvSpPr/>
          <p:nvPr/>
        </p:nvSpPr>
        <p:spPr>
          <a:xfrm>
            <a:off x="12707083" y="6551930"/>
            <a:ext cx="307975" cy="306071"/>
          </a:xfrm>
          <a:prstGeom prst="rect">
            <a:avLst/>
          </a:prstGeom>
          <a:solidFill>
            <a:srgbClr val="5F4FB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7" name="矩形 12"/>
          <p:cNvSpPr/>
          <p:nvPr/>
        </p:nvSpPr>
        <p:spPr>
          <a:xfrm>
            <a:off x="12321702" y="5052467"/>
            <a:ext cx="307976" cy="298736"/>
          </a:xfrm>
          <a:prstGeom prst="rect">
            <a:avLst/>
          </a:prstGeom>
          <a:solidFill>
            <a:srgbClr val="2FE0FF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48" name="矩形 15"/>
          <p:cNvSpPr/>
          <p:nvPr/>
        </p:nvSpPr>
        <p:spPr>
          <a:xfrm>
            <a:off x="12323199" y="2801697"/>
            <a:ext cx="307976" cy="304132"/>
          </a:xfrm>
          <a:prstGeom prst="rect">
            <a:avLst/>
          </a:prstGeom>
          <a:solidFill>
            <a:srgbClr val="FF6E17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49" name="矩形 16"/>
          <p:cNvSpPr/>
          <p:nvPr/>
        </p:nvSpPr>
        <p:spPr>
          <a:xfrm>
            <a:off x="12323198" y="3560226"/>
            <a:ext cx="307976" cy="300078"/>
          </a:xfrm>
          <a:prstGeom prst="rect">
            <a:avLst/>
          </a:prstGeom>
          <a:solidFill>
            <a:srgbClr val="E53935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50" name="Rounded Rectangle 22"/>
          <p:cNvSpPr/>
          <p:nvPr/>
        </p:nvSpPr>
        <p:spPr>
          <a:xfrm>
            <a:off x="12707080" y="5803365"/>
            <a:ext cx="307976" cy="306071"/>
          </a:xfrm>
          <a:prstGeom prst="rect">
            <a:avLst/>
          </a:prstGeom>
          <a:solidFill>
            <a:srgbClr val="1B327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1" name="Rounded Rectangle 22"/>
          <p:cNvSpPr/>
          <p:nvPr/>
        </p:nvSpPr>
        <p:spPr>
          <a:xfrm>
            <a:off x="12705584" y="4671210"/>
            <a:ext cx="307976" cy="306072"/>
          </a:xfrm>
          <a:prstGeom prst="rect">
            <a:avLst/>
          </a:prstGeom>
          <a:solidFill>
            <a:srgbClr val="2C88B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2" name="Rounded Rectangle 22"/>
          <p:cNvSpPr/>
          <p:nvPr/>
        </p:nvSpPr>
        <p:spPr>
          <a:xfrm>
            <a:off x="12321702" y="4671731"/>
            <a:ext cx="307976" cy="306071"/>
          </a:xfrm>
          <a:prstGeom prst="rect">
            <a:avLst/>
          </a:prstGeom>
          <a:solidFill>
            <a:srgbClr val="3B7DD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3" name="文本框 17"/>
          <p:cNvSpPr txBox="1"/>
          <p:nvPr/>
        </p:nvSpPr>
        <p:spPr>
          <a:xfrm>
            <a:off x="13206730" y="998219"/>
            <a:ext cx="836296" cy="3073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辅助文字</a:t>
            </a:r>
          </a:p>
        </p:txBody>
      </p:sp>
      <p:sp>
        <p:nvSpPr>
          <p:cNvPr id="1254" name="文本框 20"/>
          <p:cNvSpPr txBox="1"/>
          <p:nvPr/>
        </p:nvSpPr>
        <p:spPr>
          <a:xfrm>
            <a:off x="12785911" y="-368321"/>
            <a:ext cx="455296" cy="5232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白色背景</a:t>
            </a:r>
          </a:p>
        </p:txBody>
      </p:sp>
      <p:sp>
        <p:nvSpPr>
          <p:cNvPr id="1255" name="Rounded Rectangle 22"/>
          <p:cNvSpPr/>
          <p:nvPr/>
        </p:nvSpPr>
        <p:spPr>
          <a:xfrm>
            <a:off x="409114" y="6909434"/>
            <a:ext cx="307976" cy="306071"/>
          </a:xfrm>
          <a:prstGeom prst="rect">
            <a:avLst/>
          </a:prstGeom>
          <a:solidFill>
            <a:srgbClr val="F54D6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6" name="Rounded Rectangle 22"/>
          <p:cNvSpPr/>
          <p:nvPr/>
        </p:nvSpPr>
        <p:spPr>
          <a:xfrm>
            <a:off x="0" y="6909434"/>
            <a:ext cx="307975" cy="306071"/>
          </a:xfrm>
          <a:prstGeom prst="rect">
            <a:avLst/>
          </a:prstGeom>
          <a:solidFill>
            <a:srgbClr val="F889A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7" name="Rounded Rectangle 22"/>
          <p:cNvSpPr/>
          <p:nvPr/>
        </p:nvSpPr>
        <p:spPr>
          <a:xfrm>
            <a:off x="1227345" y="6909434"/>
            <a:ext cx="307976" cy="306071"/>
          </a:xfrm>
          <a:prstGeom prst="rect">
            <a:avLst/>
          </a:prstGeom>
          <a:solidFill>
            <a:srgbClr val="F8A21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8" name="Rounded Rectangle 22"/>
          <p:cNvSpPr/>
          <p:nvPr/>
        </p:nvSpPr>
        <p:spPr>
          <a:xfrm>
            <a:off x="1636459" y="6909434"/>
            <a:ext cx="307976" cy="306071"/>
          </a:xfrm>
          <a:prstGeom prst="rect">
            <a:avLst/>
          </a:prstGeom>
          <a:solidFill>
            <a:srgbClr val="E3AB4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9" name="Rounded Rectangle 22"/>
          <p:cNvSpPr/>
          <p:nvPr/>
        </p:nvSpPr>
        <p:spPr>
          <a:xfrm>
            <a:off x="2454690" y="6909434"/>
            <a:ext cx="307976" cy="306071"/>
          </a:xfrm>
          <a:prstGeom prst="rect">
            <a:avLst/>
          </a:prstGeom>
          <a:solidFill>
            <a:srgbClr val="EBD86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0" name="Rounded Rectangle 22"/>
          <p:cNvSpPr/>
          <p:nvPr/>
        </p:nvSpPr>
        <p:spPr>
          <a:xfrm>
            <a:off x="2863805" y="6909434"/>
            <a:ext cx="307976" cy="306071"/>
          </a:xfrm>
          <a:prstGeom prst="rect">
            <a:avLst/>
          </a:prstGeom>
          <a:solidFill>
            <a:srgbClr val="53E0B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1" name="Rounded Rectangle 22"/>
          <p:cNvSpPr/>
          <p:nvPr/>
        </p:nvSpPr>
        <p:spPr>
          <a:xfrm>
            <a:off x="3272919" y="6909434"/>
            <a:ext cx="307976" cy="306071"/>
          </a:xfrm>
          <a:prstGeom prst="rect">
            <a:avLst/>
          </a:prstGeom>
          <a:solidFill>
            <a:srgbClr val="3EC2A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2" name="Rounded Rectangle 22"/>
          <p:cNvSpPr/>
          <p:nvPr/>
        </p:nvSpPr>
        <p:spPr>
          <a:xfrm>
            <a:off x="4909380" y="6909434"/>
            <a:ext cx="307976" cy="306071"/>
          </a:xfrm>
          <a:prstGeom prst="rect">
            <a:avLst/>
          </a:prstGeom>
          <a:solidFill>
            <a:srgbClr val="46D0F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3" name="Rounded Rectangle 22"/>
          <p:cNvSpPr/>
          <p:nvPr/>
        </p:nvSpPr>
        <p:spPr>
          <a:xfrm>
            <a:off x="5318495" y="6909434"/>
            <a:ext cx="307976" cy="306071"/>
          </a:xfrm>
          <a:prstGeom prst="rect">
            <a:avLst/>
          </a:prstGeom>
          <a:solidFill>
            <a:srgbClr val="2B5EC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4" name="Rounded Rectangle 22"/>
          <p:cNvSpPr/>
          <p:nvPr/>
        </p:nvSpPr>
        <p:spPr>
          <a:xfrm>
            <a:off x="5727610" y="6909434"/>
            <a:ext cx="307976" cy="306071"/>
          </a:xfrm>
          <a:prstGeom prst="rect">
            <a:avLst/>
          </a:prstGeom>
          <a:solidFill>
            <a:srgbClr val="225FD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5" name="Rounded Rectangle 22"/>
          <p:cNvSpPr/>
          <p:nvPr/>
        </p:nvSpPr>
        <p:spPr>
          <a:xfrm>
            <a:off x="6545839" y="6909434"/>
            <a:ext cx="307976" cy="306071"/>
          </a:xfrm>
          <a:prstGeom prst="rect">
            <a:avLst/>
          </a:prstGeom>
          <a:solidFill>
            <a:srgbClr val="5E7AF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6" name="Rounded Rectangle 22"/>
          <p:cNvSpPr/>
          <p:nvPr/>
        </p:nvSpPr>
        <p:spPr>
          <a:xfrm>
            <a:off x="6954955" y="6909434"/>
            <a:ext cx="307976" cy="306071"/>
          </a:xfrm>
          <a:prstGeom prst="rect">
            <a:avLst/>
          </a:prstGeom>
          <a:solidFill>
            <a:srgbClr val="8F7FE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7" name="Rounded Rectangle 21"/>
          <p:cNvSpPr/>
          <p:nvPr/>
        </p:nvSpPr>
        <p:spPr>
          <a:xfrm>
            <a:off x="7364063" y="6909434"/>
            <a:ext cx="307975" cy="306071"/>
          </a:xfrm>
          <a:prstGeom prst="rect">
            <a:avLst/>
          </a:prstGeom>
          <a:solidFill>
            <a:srgbClr val="5F4FB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8" name="矩形 44"/>
          <p:cNvSpPr/>
          <p:nvPr/>
        </p:nvSpPr>
        <p:spPr>
          <a:xfrm>
            <a:off x="4500264" y="6909434"/>
            <a:ext cx="307976" cy="298736"/>
          </a:xfrm>
          <a:prstGeom prst="rect">
            <a:avLst/>
          </a:prstGeom>
          <a:solidFill>
            <a:srgbClr val="2FE0FF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69" name="矩形 45"/>
          <p:cNvSpPr/>
          <p:nvPr/>
        </p:nvSpPr>
        <p:spPr>
          <a:xfrm>
            <a:off x="818229" y="6909434"/>
            <a:ext cx="307976" cy="304132"/>
          </a:xfrm>
          <a:prstGeom prst="rect">
            <a:avLst/>
          </a:prstGeom>
          <a:solidFill>
            <a:srgbClr val="FF6E17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70" name="矩形 46"/>
          <p:cNvSpPr/>
          <p:nvPr/>
        </p:nvSpPr>
        <p:spPr>
          <a:xfrm>
            <a:off x="2045574" y="6909434"/>
            <a:ext cx="307976" cy="300078"/>
          </a:xfrm>
          <a:prstGeom prst="rect">
            <a:avLst/>
          </a:prstGeom>
          <a:solidFill>
            <a:srgbClr val="E53935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71" name="Rounded Rectangle 22"/>
          <p:cNvSpPr/>
          <p:nvPr/>
        </p:nvSpPr>
        <p:spPr>
          <a:xfrm>
            <a:off x="6136725" y="6909434"/>
            <a:ext cx="307976" cy="306071"/>
          </a:xfrm>
          <a:prstGeom prst="rect">
            <a:avLst/>
          </a:prstGeom>
          <a:solidFill>
            <a:srgbClr val="1B327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72" name="Rounded Rectangle 22"/>
          <p:cNvSpPr/>
          <p:nvPr/>
        </p:nvSpPr>
        <p:spPr>
          <a:xfrm>
            <a:off x="4091149" y="6909434"/>
            <a:ext cx="307976" cy="306071"/>
          </a:xfrm>
          <a:prstGeom prst="rect">
            <a:avLst/>
          </a:prstGeom>
          <a:solidFill>
            <a:srgbClr val="2C88B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73" name="Rounded Rectangle 22"/>
          <p:cNvSpPr/>
          <p:nvPr/>
        </p:nvSpPr>
        <p:spPr>
          <a:xfrm>
            <a:off x="3682034" y="6909434"/>
            <a:ext cx="307976" cy="306071"/>
          </a:xfrm>
          <a:prstGeom prst="rect">
            <a:avLst/>
          </a:prstGeom>
          <a:solidFill>
            <a:srgbClr val="3B7DD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grpSp>
        <p:nvGrpSpPr>
          <p:cNvPr id="1278" name="圆柱形 24"/>
          <p:cNvGrpSpPr/>
          <p:nvPr/>
        </p:nvGrpSpPr>
        <p:grpSpPr>
          <a:xfrm>
            <a:off x="-10160" y="7511415"/>
            <a:ext cx="1136651" cy="294641"/>
            <a:chOff x="0" y="0"/>
            <a:chExt cx="1136650" cy="294640"/>
          </a:xfrm>
        </p:grpSpPr>
        <p:grpSp>
          <p:nvGrpSpPr>
            <p:cNvPr id="1276" name="成组"/>
            <p:cNvGrpSpPr/>
            <p:nvPr/>
          </p:nvGrpSpPr>
          <p:grpSpPr>
            <a:xfrm>
              <a:off x="0" y="-1"/>
              <a:ext cx="1136651" cy="294642"/>
              <a:chOff x="0" y="0"/>
              <a:chExt cx="1136650" cy="294640"/>
            </a:xfrm>
          </p:grpSpPr>
          <p:sp>
            <p:nvSpPr>
              <p:cNvPr id="1274" name="形状"/>
              <p:cNvSpPr/>
              <p:nvPr/>
            </p:nvSpPr>
            <p:spPr>
              <a:xfrm rot="5400000">
                <a:off x="421005" y="-421006"/>
                <a:ext cx="294641" cy="11366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286"/>
                    </a:moveTo>
                    <a:cubicBezTo>
                      <a:pt x="0" y="576"/>
                      <a:pt x="4835" y="0"/>
                      <a:pt x="10800" y="0"/>
                    </a:cubicBezTo>
                    <a:cubicBezTo>
                      <a:pt x="16765" y="0"/>
                      <a:pt x="21600" y="576"/>
                      <a:pt x="21600" y="1286"/>
                    </a:cubicBezTo>
                    <a:lnTo>
                      <a:pt x="21600" y="20314"/>
                    </a:lnTo>
                    <a:cubicBezTo>
                      <a:pt x="21600" y="21024"/>
                      <a:pt x="16765" y="21600"/>
                      <a:pt x="10800" y="21600"/>
                    </a:cubicBezTo>
                    <a:cubicBezTo>
                      <a:pt x="4835" y="21600"/>
                      <a:pt x="0" y="21024"/>
                      <a:pt x="0" y="203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300"/>
                </a:pPr>
                <a:endParaRPr/>
              </a:p>
            </p:txBody>
          </p:sp>
          <p:sp>
            <p:nvSpPr>
              <p:cNvPr id="1275" name="椭圆形"/>
              <p:cNvSpPr/>
              <p:nvPr/>
            </p:nvSpPr>
            <p:spPr>
              <a:xfrm rot="5400000">
                <a:off x="921647" y="79637"/>
                <a:ext cx="294641" cy="135367"/>
              </a:xfrm>
              <a:prstGeom prst="ellipse">
                <a:avLst/>
              </a:prstGeom>
              <a:solidFill>
                <a:srgbClr val="FFFFFF">
                  <a:alpha val="4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300"/>
                </a:pPr>
                <a:endParaRPr/>
              </a:p>
            </p:txBody>
          </p:sp>
        </p:grpSp>
        <p:sp>
          <p:nvSpPr>
            <p:cNvPr id="1277" name="AMI相关"/>
            <p:cNvSpPr txBox="1"/>
            <p:nvPr/>
          </p:nvSpPr>
          <p:spPr>
            <a:xfrm>
              <a:off x="67682" y="20320"/>
              <a:ext cx="933603" cy="254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14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pPr>
              <a:r>
                <a:t>AMI相关</a:t>
              </a:r>
            </a:p>
          </p:txBody>
        </p:sp>
      </p:grpSp>
      <p:grpSp>
        <p:nvGrpSpPr>
          <p:cNvPr id="1281" name="矩形: 圆角 71"/>
          <p:cNvGrpSpPr/>
          <p:nvPr/>
        </p:nvGrpSpPr>
        <p:grpSpPr>
          <a:xfrm>
            <a:off x="7771765" y="7512050"/>
            <a:ext cx="1136651" cy="348616"/>
            <a:chOff x="0" y="0"/>
            <a:chExt cx="1136650" cy="348615"/>
          </a:xfrm>
        </p:grpSpPr>
        <p:sp>
          <p:nvSpPr>
            <p:cNvPr id="1279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69"/>
              </a:avLst>
            </a:prstGeom>
            <a:solidFill>
              <a:srgbClr val="907FE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80" name="周边系统"/>
            <p:cNvSpPr txBox="1"/>
            <p:nvPr/>
          </p:nvSpPr>
          <p:spPr>
            <a:xfrm>
              <a:off x="10484" y="66357"/>
              <a:ext cx="1115682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周边系统</a:t>
              </a:r>
            </a:p>
          </p:txBody>
        </p:sp>
      </p:grpSp>
      <p:grpSp>
        <p:nvGrpSpPr>
          <p:cNvPr id="1284" name="矩形: 圆角 71"/>
          <p:cNvGrpSpPr/>
          <p:nvPr/>
        </p:nvGrpSpPr>
        <p:grpSpPr>
          <a:xfrm>
            <a:off x="9111615" y="7512050"/>
            <a:ext cx="1136651" cy="348616"/>
            <a:chOff x="0" y="0"/>
            <a:chExt cx="1136650" cy="348615"/>
          </a:xfrm>
        </p:grpSpPr>
        <p:sp>
          <p:nvSpPr>
            <p:cNvPr id="1282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70"/>
              </a:avLst>
            </a:prstGeom>
            <a:solidFill>
              <a:srgbClr val="225FD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83" name="周边系统"/>
            <p:cNvSpPr txBox="1"/>
            <p:nvPr/>
          </p:nvSpPr>
          <p:spPr>
            <a:xfrm>
              <a:off x="10485" y="66357"/>
              <a:ext cx="1115680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周边系统</a:t>
              </a:r>
            </a:p>
          </p:txBody>
        </p:sp>
      </p:grpSp>
      <p:grpSp>
        <p:nvGrpSpPr>
          <p:cNvPr id="1287" name="矩形: 圆角 71"/>
          <p:cNvGrpSpPr/>
          <p:nvPr/>
        </p:nvGrpSpPr>
        <p:grpSpPr>
          <a:xfrm>
            <a:off x="1233169" y="7511415"/>
            <a:ext cx="1136651" cy="348616"/>
            <a:chOff x="0" y="0"/>
            <a:chExt cx="1136650" cy="348615"/>
          </a:xfrm>
        </p:grpSpPr>
        <p:sp>
          <p:nvSpPr>
            <p:cNvPr id="1285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69"/>
              </a:avLst>
            </a:prstGeom>
            <a:solidFill>
              <a:srgbClr val="1B327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86" name="系统边界"/>
            <p:cNvSpPr txBox="1"/>
            <p:nvPr/>
          </p:nvSpPr>
          <p:spPr>
            <a:xfrm>
              <a:off x="10484" y="66357"/>
              <a:ext cx="1115682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系统边界</a:t>
              </a:r>
            </a:p>
          </p:txBody>
        </p:sp>
      </p:grpSp>
      <p:grpSp>
        <p:nvGrpSpPr>
          <p:cNvPr id="1290" name="矩形: 圆角 71"/>
          <p:cNvGrpSpPr/>
          <p:nvPr/>
        </p:nvGrpSpPr>
        <p:grpSpPr>
          <a:xfrm>
            <a:off x="2545079" y="7511415"/>
            <a:ext cx="1136651" cy="348616"/>
            <a:chOff x="0" y="0"/>
            <a:chExt cx="1136650" cy="348615"/>
          </a:xfrm>
        </p:grpSpPr>
        <p:sp>
          <p:nvSpPr>
            <p:cNvPr id="1288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69"/>
              </a:avLst>
            </a:prstGeom>
            <a:solidFill>
              <a:srgbClr val="225FD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89" name="内部大类"/>
            <p:cNvSpPr txBox="1"/>
            <p:nvPr/>
          </p:nvSpPr>
          <p:spPr>
            <a:xfrm>
              <a:off x="10484" y="66357"/>
              <a:ext cx="1115682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内部大类</a:t>
              </a:r>
            </a:p>
          </p:txBody>
        </p:sp>
      </p:grpSp>
      <p:grpSp>
        <p:nvGrpSpPr>
          <p:cNvPr id="1293" name="矩形: 圆角 71"/>
          <p:cNvGrpSpPr/>
          <p:nvPr/>
        </p:nvGrpSpPr>
        <p:grpSpPr>
          <a:xfrm>
            <a:off x="3772534" y="7511415"/>
            <a:ext cx="1136651" cy="348616"/>
            <a:chOff x="0" y="0"/>
            <a:chExt cx="1136650" cy="348615"/>
          </a:xfrm>
        </p:grpSpPr>
        <p:sp>
          <p:nvSpPr>
            <p:cNvPr id="1291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69"/>
              </a:avLst>
            </a:prstGeom>
            <a:solidFill>
              <a:srgbClr val="2B5EC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92" name="模块/组件"/>
            <p:cNvSpPr txBox="1"/>
            <p:nvPr/>
          </p:nvSpPr>
          <p:spPr>
            <a:xfrm>
              <a:off x="10484" y="66357"/>
              <a:ext cx="1115682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pPr>
              <a:r>
                <a:t>模块/组件</a:t>
              </a:r>
            </a:p>
          </p:txBody>
        </p:sp>
      </p:grpSp>
      <p:grpSp>
        <p:nvGrpSpPr>
          <p:cNvPr id="1296" name="矩形: 圆角 71"/>
          <p:cNvGrpSpPr/>
          <p:nvPr/>
        </p:nvGrpSpPr>
        <p:grpSpPr>
          <a:xfrm>
            <a:off x="10381615" y="7510780"/>
            <a:ext cx="1136651" cy="348616"/>
            <a:chOff x="0" y="0"/>
            <a:chExt cx="1136650" cy="348615"/>
          </a:xfrm>
        </p:grpSpPr>
        <p:sp>
          <p:nvSpPr>
            <p:cNvPr id="1294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70"/>
              </a:avLst>
            </a:prstGeom>
            <a:solidFill>
              <a:srgbClr val="73839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95" name="外部系统"/>
            <p:cNvSpPr txBox="1"/>
            <p:nvPr/>
          </p:nvSpPr>
          <p:spPr>
            <a:xfrm>
              <a:off x="10485" y="66357"/>
              <a:ext cx="1115680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外部系统</a:t>
              </a:r>
            </a:p>
          </p:txBody>
        </p:sp>
      </p:grpSp>
      <p:sp>
        <p:nvSpPr>
          <p:cNvPr id="1297" name="上箭头 52"/>
          <p:cNvSpPr/>
          <p:nvPr/>
        </p:nvSpPr>
        <p:spPr>
          <a:xfrm rot="5400000">
            <a:off x="5931534" y="7519034"/>
            <a:ext cx="248921" cy="3644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1297"/>
                </a:moveTo>
                <a:lnTo>
                  <a:pt x="10800" y="0"/>
                </a:lnTo>
                <a:lnTo>
                  <a:pt x="21600" y="11297"/>
                </a:lnTo>
                <a:lnTo>
                  <a:pt x="15243" y="11297"/>
                </a:lnTo>
                <a:lnTo>
                  <a:pt x="15243" y="21600"/>
                </a:lnTo>
                <a:lnTo>
                  <a:pt x="6357" y="21600"/>
                </a:lnTo>
                <a:lnTo>
                  <a:pt x="6357" y="11297"/>
                </a:lnTo>
                <a:close/>
              </a:path>
            </a:pathLst>
          </a:custGeom>
          <a:solidFill>
            <a:srgbClr val="2FE0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98" name="文本框 53"/>
          <p:cNvSpPr txBox="1"/>
          <p:nvPr/>
        </p:nvSpPr>
        <p:spPr>
          <a:xfrm>
            <a:off x="5028565" y="7547609"/>
            <a:ext cx="824231" cy="3073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 spc="100">
                <a:solidFill>
                  <a:srgbClr val="FFFFFF"/>
                </a:solidFill>
                <a:effectLst>
                  <a:outerShdw blurRad="50800" dist="38100" dir="2700000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内部连接</a:t>
            </a:r>
          </a:p>
        </p:txBody>
      </p:sp>
      <p:sp>
        <p:nvSpPr>
          <p:cNvPr id="1299" name="上箭头 128"/>
          <p:cNvSpPr/>
          <p:nvPr/>
        </p:nvSpPr>
        <p:spPr>
          <a:xfrm rot="5400000">
            <a:off x="7377430" y="7503794"/>
            <a:ext cx="276861" cy="3644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2565"/>
                </a:moveTo>
                <a:lnTo>
                  <a:pt x="10800" y="0"/>
                </a:lnTo>
                <a:lnTo>
                  <a:pt x="21600" y="12565"/>
                </a:lnTo>
                <a:lnTo>
                  <a:pt x="15243" y="12565"/>
                </a:lnTo>
                <a:lnTo>
                  <a:pt x="15243" y="21600"/>
                </a:lnTo>
                <a:lnTo>
                  <a:pt x="6357" y="21600"/>
                </a:lnTo>
                <a:lnTo>
                  <a:pt x="6357" y="12565"/>
                </a:lnTo>
                <a:close/>
              </a:path>
            </a:pathLst>
          </a:custGeom>
          <a:solidFill>
            <a:srgbClr val="3D5A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>
                    <a:alpha val="50000"/>
                  </a:srgbClr>
                </a:solidFill>
                <a:effectLst>
                  <a:outerShdw blurRad="50800" dist="38100" dir="2700000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300" name="文本框 55"/>
          <p:cNvSpPr txBox="1"/>
          <p:nvPr/>
        </p:nvSpPr>
        <p:spPr>
          <a:xfrm>
            <a:off x="6488429" y="7546975"/>
            <a:ext cx="824231" cy="30734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 spc="100">
                <a:solidFill>
                  <a:srgbClr val="FFFFFF"/>
                </a:solidFill>
                <a:effectLst>
                  <a:outerShdw blurRad="50800" dist="38100" dir="2700000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外部连接</a:t>
            </a:r>
          </a:p>
        </p:txBody>
      </p:sp>
      <p:pic>
        <p:nvPicPr>
          <p:cNvPr id="1301" name="图片 6" descr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302" name="图片 2" descr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9430" y="321309"/>
            <a:ext cx="1155066" cy="243173"/>
          </a:xfrm>
          <a:prstGeom prst="rect">
            <a:avLst/>
          </a:prstGeom>
          <a:ln w="12700">
            <a:miter lim="400000"/>
            <a:headEnd/>
            <a:tailEnd/>
          </a:ln>
          <a:effectLst>
            <a:outerShdw blurRad="50800" dist="12700" dir="2700000" rotWithShape="0">
              <a:srgbClr val="000000">
                <a:alpha val="40000"/>
              </a:srgbClr>
            </a:outerShdw>
          </a:effectLst>
        </p:spPr>
      </p:pic>
      <p:sp>
        <p:nvSpPr>
          <p:cNvPr id="130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1561857"/>
      </p:ext>
    </p:extLst>
  </p:cSld>
  <p:clrMapOvr>
    <a:masterClrMapping/>
  </p:clrMapOvr>
  <p:transition spd="med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2_无标题_纯色内页-右上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Rounded Rectangle 22"/>
          <p:cNvSpPr/>
          <p:nvPr/>
        </p:nvSpPr>
        <p:spPr>
          <a:xfrm>
            <a:off x="12323199" y="138429"/>
            <a:ext cx="307976" cy="306071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25" name="文本框 39"/>
          <p:cNvSpPr txBox="1"/>
          <p:nvPr/>
        </p:nvSpPr>
        <p:spPr>
          <a:xfrm>
            <a:off x="13206730" y="138429"/>
            <a:ext cx="836296" cy="3073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标题文字</a:t>
            </a:r>
          </a:p>
        </p:txBody>
      </p:sp>
      <p:sp>
        <p:nvSpPr>
          <p:cNvPr id="1226" name="文本框 75"/>
          <p:cNvSpPr txBox="1"/>
          <p:nvPr/>
        </p:nvSpPr>
        <p:spPr>
          <a:xfrm>
            <a:off x="12270104" y="-368321"/>
            <a:ext cx="455296" cy="5232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深色背景</a:t>
            </a:r>
          </a:p>
        </p:txBody>
      </p:sp>
      <p:sp>
        <p:nvSpPr>
          <p:cNvPr id="1227" name="Rounded Rectangle 22"/>
          <p:cNvSpPr/>
          <p:nvPr/>
        </p:nvSpPr>
        <p:spPr>
          <a:xfrm>
            <a:off x="12837159" y="138429"/>
            <a:ext cx="307976" cy="306071"/>
          </a:xfrm>
          <a:prstGeom prst="rect">
            <a:avLst/>
          </a:prstGeom>
          <a:solidFill>
            <a:srgbClr val="28376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28" name="Rounded Rectangle 22"/>
          <p:cNvSpPr/>
          <p:nvPr/>
        </p:nvSpPr>
        <p:spPr>
          <a:xfrm>
            <a:off x="12323199" y="568325"/>
            <a:ext cx="307976" cy="306071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29" name="Rounded Rectangle 22"/>
          <p:cNvSpPr/>
          <p:nvPr/>
        </p:nvSpPr>
        <p:spPr>
          <a:xfrm>
            <a:off x="12837159" y="568325"/>
            <a:ext cx="307976" cy="306071"/>
          </a:xfrm>
          <a:prstGeom prst="rect">
            <a:avLst/>
          </a:prstGeom>
          <a:solidFill>
            <a:srgbClr val="41507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0" name="文本框 79"/>
          <p:cNvSpPr txBox="1"/>
          <p:nvPr/>
        </p:nvSpPr>
        <p:spPr>
          <a:xfrm>
            <a:off x="13206730" y="583565"/>
            <a:ext cx="836296" cy="3073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正文文字</a:t>
            </a:r>
          </a:p>
        </p:txBody>
      </p:sp>
      <p:sp>
        <p:nvSpPr>
          <p:cNvPr id="1231" name="Rounded Rectangle 22"/>
          <p:cNvSpPr/>
          <p:nvPr/>
        </p:nvSpPr>
        <p:spPr>
          <a:xfrm>
            <a:off x="12323199" y="998219"/>
            <a:ext cx="307976" cy="306071"/>
          </a:xfrm>
          <a:prstGeom prst="rect">
            <a:avLst/>
          </a:prstGeom>
          <a:solidFill>
            <a:srgbClr val="D9D9D9"/>
          </a:solidFill>
          <a:ln w="6350">
            <a:solidFill>
              <a:srgbClr val="59595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2" name="Rounded Rectangle 22"/>
          <p:cNvSpPr/>
          <p:nvPr/>
        </p:nvSpPr>
        <p:spPr>
          <a:xfrm>
            <a:off x="12837159" y="998219"/>
            <a:ext cx="307976" cy="306071"/>
          </a:xfrm>
          <a:prstGeom prst="rect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3" name="Rounded Rectangle 22"/>
          <p:cNvSpPr/>
          <p:nvPr/>
        </p:nvSpPr>
        <p:spPr>
          <a:xfrm>
            <a:off x="12323199" y="2434845"/>
            <a:ext cx="307976" cy="306071"/>
          </a:xfrm>
          <a:prstGeom prst="rect">
            <a:avLst/>
          </a:prstGeom>
          <a:solidFill>
            <a:srgbClr val="F54D6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4" name="Rounded Rectangle 22"/>
          <p:cNvSpPr/>
          <p:nvPr/>
        </p:nvSpPr>
        <p:spPr>
          <a:xfrm>
            <a:off x="12323199" y="2060566"/>
            <a:ext cx="307976" cy="306071"/>
          </a:xfrm>
          <a:prstGeom prst="rect">
            <a:avLst/>
          </a:prstGeom>
          <a:solidFill>
            <a:srgbClr val="F889A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5" name="Rounded Rectangle 22"/>
          <p:cNvSpPr/>
          <p:nvPr/>
        </p:nvSpPr>
        <p:spPr>
          <a:xfrm>
            <a:off x="12323199" y="3183406"/>
            <a:ext cx="307976" cy="306071"/>
          </a:xfrm>
          <a:prstGeom prst="rect">
            <a:avLst/>
          </a:prstGeom>
          <a:solidFill>
            <a:srgbClr val="F8A21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6" name="Rounded Rectangle 22"/>
          <p:cNvSpPr/>
          <p:nvPr/>
        </p:nvSpPr>
        <p:spPr>
          <a:xfrm>
            <a:off x="12707078" y="3183406"/>
            <a:ext cx="307976" cy="306071"/>
          </a:xfrm>
          <a:prstGeom prst="rect">
            <a:avLst/>
          </a:prstGeom>
          <a:solidFill>
            <a:srgbClr val="E3AB4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7" name="Rounded Rectangle 22"/>
          <p:cNvSpPr/>
          <p:nvPr/>
        </p:nvSpPr>
        <p:spPr>
          <a:xfrm>
            <a:off x="12707078" y="3554233"/>
            <a:ext cx="307976" cy="306071"/>
          </a:xfrm>
          <a:prstGeom prst="rect">
            <a:avLst/>
          </a:prstGeom>
          <a:solidFill>
            <a:srgbClr val="EBD86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8" name="Rounded Rectangle 22"/>
          <p:cNvSpPr/>
          <p:nvPr/>
        </p:nvSpPr>
        <p:spPr>
          <a:xfrm>
            <a:off x="12323199" y="3931965"/>
            <a:ext cx="307976" cy="306071"/>
          </a:xfrm>
          <a:prstGeom prst="rect">
            <a:avLst/>
          </a:prstGeom>
          <a:solidFill>
            <a:srgbClr val="53E0B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9" name="Rounded Rectangle 22"/>
          <p:cNvSpPr/>
          <p:nvPr/>
        </p:nvSpPr>
        <p:spPr>
          <a:xfrm>
            <a:off x="12323199" y="4306246"/>
            <a:ext cx="307976" cy="306071"/>
          </a:xfrm>
          <a:prstGeom prst="rect">
            <a:avLst/>
          </a:prstGeom>
          <a:solidFill>
            <a:srgbClr val="3EC2A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0" name="Rounded Rectangle 22"/>
          <p:cNvSpPr/>
          <p:nvPr/>
        </p:nvSpPr>
        <p:spPr>
          <a:xfrm>
            <a:off x="12710662" y="5047748"/>
            <a:ext cx="307976" cy="306071"/>
          </a:xfrm>
          <a:prstGeom prst="rect">
            <a:avLst/>
          </a:prstGeom>
          <a:solidFill>
            <a:srgbClr val="46D0F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1" name="Rounded Rectangle 22"/>
          <p:cNvSpPr/>
          <p:nvPr/>
        </p:nvSpPr>
        <p:spPr>
          <a:xfrm>
            <a:off x="12323199" y="5429086"/>
            <a:ext cx="307976" cy="306071"/>
          </a:xfrm>
          <a:prstGeom prst="rect">
            <a:avLst/>
          </a:prstGeom>
          <a:solidFill>
            <a:srgbClr val="2B5EC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2" name="Rounded Rectangle 22"/>
          <p:cNvSpPr/>
          <p:nvPr/>
        </p:nvSpPr>
        <p:spPr>
          <a:xfrm>
            <a:off x="12323199" y="5803365"/>
            <a:ext cx="307976" cy="306071"/>
          </a:xfrm>
          <a:prstGeom prst="rect">
            <a:avLst/>
          </a:prstGeom>
          <a:solidFill>
            <a:srgbClr val="225FD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3" name="Rounded Rectangle 22"/>
          <p:cNvSpPr/>
          <p:nvPr/>
        </p:nvSpPr>
        <p:spPr>
          <a:xfrm>
            <a:off x="12323199" y="6177646"/>
            <a:ext cx="307976" cy="306071"/>
          </a:xfrm>
          <a:prstGeom prst="rect">
            <a:avLst/>
          </a:prstGeom>
          <a:solidFill>
            <a:srgbClr val="5E7AF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4" name="Rounded Rectangle 22"/>
          <p:cNvSpPr/>
          <p:nvPr/>
        </p:nvSpPr>
        <p:spPr>
          <a:xfrm>
            <a:off x="12323199" y="6551930"/>
            <a:ext cx="307976" cy="306071"/>
          </a:xfrm>
          <a:prstGeom prst="rect">
            <a:avLst/>
          </a:prstGeom>
          <a:solidFill>
            <a:srgbClr val="8F7FE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5" name="文本框 3"/>
          <p:cNvSpPr txBox="1"/>
          <p:nvPr/>
        </p:nvSpPr>
        <p:spPr>
          <a:xfrm>
            <a:off x="11861564" y="9008232"/>
            <a:ext cx="1480655" cy="5232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r>
              <a:t>在这占位</a:t>
            </a:r>
          </a:p>
          <a:p>
            <a: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r>
              <a:t>防止轻易跨页滚动</a:t>
            </a:r>
          </a:p>
        </p:txBody>
      </p:sp>
      <p:sp>
        <p:nvSpPr>
          <p:cNvPr id="1246" name="Rounded Rectangle 21"/>
          <p:cNvSpPr/>
          <p:nvPr/>
        </p:nvSpPr>
        <p:spPr>
          <a:xfrm>
            <a:off x="12707083" y="6551930"/>
            <a:ext cx="307975" cy="306071"/>
          </a:xfrm>
          <a:prstGeom prst="rect">
            <a:avLst/>
          </a:prstGeom>
          <a:solidFill>
            <a:srgbClr val="5F4FB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7" name="矩形 12"/>
          <p:cNvSpPr/>
          <p:nvPr/>
        </p:nvSpPr>
        <p:spPr>
          <a:xfrm>
            <a:off x="12321702" y="5052467"/>
            <a:ext cx="307976" cy="298736"/>
          </a:xfrm>
          <a:prstGeom prst="rect">
            <a:avLst/>
          </a:prstGeom>
          <a:solidFill>
            <a:srgbClr val="2FE0FF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48" name="矩形 15"/>
          <p:cNvSpPr/>
          <p:nvPr/>
        </p:nvSpPr>
        <p:spPr>
          <a:xfrm>
            <a:off x="12323199" y="2801697"/>
            <a:ext cx="307976" cy="304132"/>
          </a:xfrm>
          <a:prstGeom prst="rect">
            <a:avLst/>
          </a:prstGeom>
          <a:solidFill>
            <a:srgbClr val="FF6E17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49" name="矩形 16"/>
          <p:cNvSpPr/>
          <p:nvPr/>
        </p:nvSpPr>
        <p:spPr>
          <a:xfrm>
            <a:off x="12323198" y="3560226"/>
            <a:ext cx="307976" cy="300078"/>
          </a:xfrm>
          <a:prstGeom prst="rect">
            <a:avLst/>
          </a:prstGeom>
          <a:solidFill>
            <a:srgbClr val="E53935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50" name="Rounded Rectangle 22"/>
          <p:cNvSpPr/>
          <p:nvPr/>
        </p:nvSpPr>
        <p:spPr>
          <a:xfrm>
            <a:off x="12707080" y="5803365"/>
            <a:ext cx="307976" cy="306071"/>
          </a:xfrm>
          <a:prstGeom prst="rect">
            <a:avLst/>
          </a:prstGeom>
          <a:solidFill>
            <a:srgbClr val="1B327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1" name="Rounded Rectangle 22"/>
          <p:cNvSpPr/>
          <p:nvPr/>
        </p:nvSpPr>
        <p:spPr>
          <a:xfrm>
            <a:off x="12705584" y="4671210"/>
            <a:ext cx="307976" cy="306072"/>
          </a:xfrm>
          <a:prstGeom prst="rect">
            <a:avLst/>
          </a:prstGeom>
          <a:solidFill>
            <a:srgbClr val="2C88B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2" name="Rounded Rectangle 22"/>
          <p:cNvSpPr/>
          <p:nvPr/>
        </p:nvSpPr>
        <p:spPr>
          <a:xfrm>
            <a:off x="12321702" y="4671731"/>
            <a:ext cx="307976" cy="306071"/>
          </a:xfrm>
          <a:prstGeom prst="rect">
            <a:avLst/>
          </a:prstGeom>
          <a:solidFill>
            <a:srgbClr val="3B7DD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3" name="文本框 17"/>
          <p:cNvSpPr txBox="1"/>
          <p:nvPr/>
        </p:nvSpPr>
        <p:spPr>
          <a:xfrm>
            <a:off x="13206730" y="998219"/>
            <a:ext cx="836296" cy="3073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辅助文字</a:t>
            </a:r>
          </a:p>
        </p:txBody>
      </p:sp>
      <p:sp>
        <p:nvSpPr>
          <p:cNvPr id="1254" name="文本框 20"/>
          <p:cNvSpPr txBox="1"/>
          <p:nvPr/>
        </p:nvSpPr>
        <p:spPr>
          <a:xfrm>
            <a:off x="12785911" y="-368321"/>
            <a:ext cx="455296" cy="5232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白色背景</a:t>
            </a:r>
          </a:p>
        </p:txBody>
      </p:sp>
      <p:sp>
        <p:nvSpPr>
          <p:cNvPr id="1255" name="Rounded Rectangle 22"/>
          <p:cNvSpPr/>
          <p:nvPr/>
        </p:nvSpPr>
        <p:spPr>
          <a:xfrm>
            <a:off x="409114" y="6909434"/>
            <a:ext cx="307976" cy="306071"/>
          </a:xfrm>
          <a:prstGeom prst="rect">
            <a:avLst/>
          </a:prstGeom>
          <a:solidFill>
            <a:srgbClr val="F54D6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6" name="Rounded Rectangle 22"/>
          <p:cNvSpPr/>
          <p:nvPr/>
        </p:nvSpPr>
        <p:spPr>
          <a:xfrm>
            <a:off x="0" y="6909434"/>
            <a:ext cx="307975" cy="306071"/>
          </a:xfrm>
          <a:prstGeom prst="rect">
            <a:avLst/>
          </a:prstGeom>
          <a:solidFill>
            <a:srgbClr val="F889A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7" name="Rounded Rectangle 22"/>
          <p:cNvSpPr/>
          <p:nvPr/>
        </p:nvSpPr>
        <p:spPr>
          <a:xfrm>
            <a:off x="1227345" y="6909434"/>
            <a:ext cx="307976" cy="306071"/>
          </a:xfrm>
          <a:prstGeom prst="rect">
            <a:avLst/>
          </a:prstGeom>
          <a:solidFill>
            <a:srgbClr val="F8A21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8" name="Rounded Rectangle 22"/>
          <p:cNvSpPr/>
          <p:nvPr/>
        </p:nvSpPr>
        <p:spPr>
          <a:xfrm>
            <a:off x="1636459" y="6909434"/>
            <a:ext cx="307976" cy="306071"/>
          </a:xfrm>
          <a:prstGeom prst="rect">
            <a:avLst/>
          </a:prstGeom>
          <a:solidFill>
            <a:srgbClr val="E3AB4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9" name="Rounded Rectangle 22"/>
          <p:cNvSpPr/>
          <p:nvPr/>
        </p:nvSpPr>
        <p:spPr>
          <a:xfrm>
            <a:off x="2454690" y="6909434"/>
            <a:ext cx="307976" cy="306071"/>
          </a:xfrm>
          <a:prstGeom prst="rect">
            <a:avLst/>
          </a:prstGeom>
          <a:solidFill>
            <a:srgbClr val="EBD86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0" name="Rounded Rectangle 22"/>
          <p:cNvSpPr/>
          <p:nvPr/>
        </p:nvSpPr>
        <p:spPr>
          <a:xfrm>
            <a:off x="2863805" y="6909434"/>
            <a:ext cx="307976" cy="306071"/>
          </a:xfrm>
          <a:prstGeom prst="rect">
            <a:avLst/>
          </a:prstGeom>
          <a:solidFill>
            <a:srgbClr val="53E0B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1" name="Rounded Rectangle 22"/>
          <p:cNvSpPr/>
          <p:nvPr/>
        </p:nvSpPr>
        <p:spPr>
          <a:xfrm>
            <a:off x="3272919" y="6909434"/>
            <a:ext cx="307976" cy="306071"/>
          </a:xfrm>
          <a:prstGeom prst="rect">
            <a:avLst/>
          </a:prstGeom>
          <a:solidFill>
            <a:srgbClr val="3EC2A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2" name="Rounded Rectangle 22"/>
          <p:cNvSpPr/>
          <p:nvPr/>
        </p:nvSpPr>
        <p:spPr>
          <a:xfrm>
            <a:off x="4909380" y="6909434"/>
            <a:ext cx="307976" cy="306071"/>
          </a:xfrm>
          <a:prstGeom prst="rect">
            <a:avLst/>
          </a:prstGeom>
          <a:solidFill>
            <a:srgbClr val="46D0F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3" name="Rounded Rectangle 22"/>
          <p:cNvSpPr/>
          <p:nvPr/>
        </p:nvSpPr>
        <p:spPr>
          <a:xfrm>
            <a:off x="5318495" y="6909434"/>
            <a:ext cx="307976" cy="306071"/>
          </a:xfrm>
          <a:prstGeom prst="rect">
            <a:avLst/>
          </a:prstGeom>
          <a:solidFill>
            <a:srgbClr val="2B5EC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4" name="Rounded Rectangle 22"/>
          <p:cNvSpPr/>
          <p:nvPr/>
        </p:nvSpPr>
        <p:spPr>
          <a:xfrm>
            <a:off x="5727610" y="6909434"/>
            <a:ext cx="307976" cy="306071"/>
          </a:xfrm>
          <a:prstGeom prst="rect">
            <a:avLst/>
          </a:prstGeom>
          <a:solidFill>
            <a:srgbClr val="225FD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5" name="Rounded Rectangle 22"/>
          <p:cNvSpPr/>
          <p:nvPr/>
        </p:nvSpPr>
        <p:spPr>
          <a:xfrm>
            <a:off x="6545839" y="6909434"/>
            <a:ext cx="307976" cy="306071"/>
          </a:xfrm>
          <a:prstGeom prst="rect">
            <a:avLst/>
          </a:prstGeom>
          <a:solidFill>
            <a:srgbClr val="5E7AF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6" name="Rounded Rectangle 22"/>
          <p:cNvSpPr/>
          <p:nvPr/>
        </p:nvSpPr>
        <p:spPr>
          <a:xfrm>
            <a:off x="6954955" y="6909434"/>
            <a:ext cx="307976" cy="306071"/>
          </a:xfrm>
          <a:prstGeom prst="rect">
            <a:avLst/>
          </a:prstGeom>
          <a:solidFill>
            <a:srgbClr val="8F7FE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7" name="Rounded Rectangle 21"/>
          <p:cNvSpPr/>
          <p:nvPr/>
        </p:nvSpPr>
        <p:spPr>
          <a:xfrm>
            <a:off x="7364063" y="6909434"/>
            <a:ext cx="307975" cy="306071"/>
          </a:xfrm>
          <a:prstGeom prst="rect">
            <a:avLst/>
          </a:prstGeom>
          <a:solidFill>
            <a:srgbClr val="5F4FB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8" name="矩形 44"/>
          <p:cNvSpPr/>
          <p:nvPr/>
        </p:nvSpPr>
        <p:spPr>
          <a:xfrm>
            <a:off x="4500264" y="6909434"/>
            <a:ext cx="307976" cy="298736"/>
          </a:xfrm>
          <a:prstGeom prst="rect">
            <a:avLst/>
          </a:prstGeom>
          <a:solidFill>
            <a:srgbClr val="2FE0FF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69" name="矩形 45"/>
          <p:cNvSpPr/>
          <p:nvPr/>
        </p:nvSpPr>
        <p:spPr>
          <a:xfrm>
            <a:off x="818229" y="6909434"/>
            <a:ext cx="307976" cy="304132"/>
          </a:xfrm>
          <a:prstGeom prst="rect">
            <a:avLst/>
          </a:prstGeom>
          <a:solidFill>
            <a:srgbClr val="FF6E17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70" name="矩形 46"/>
          <p:cNvSpPr/>
          <p:nvPr/>
        </p:nvSpPr>
        <p:spPr>
          <a:xfrm>
            <a:off x="2045574" y="6909434"/>
            <a:ext cx="307976" cy="300078"/>
          </a:xfrm>
          <a:prstGeom prst="rect">
            <a:avLst/>
          </a:prstGeom>
          <a:solidFill>
            <a:srgbClr val="E53935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71" name="Rounded Rectangle 22"/>
          <p:cNvSpPr/>
          <p:nvPr/>
        </p:nvSpPr>
        <p:spPr>
          <a:xfrm>
            <a:off x="6136725" y="6909434"/>
            <a:ext cx="307976" cy="306071"/>
          </a:xfrm>
          <a:prstGeom prst="rect">
            <a:avLst/>
          </a:prstGeom>
          <a:solidFill>
            <a:srgbClr val="1B327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72" name="Rounded Rectangle 22"/>
          <p:cNvSpPr/>
          <p:nvPr/>
        </p:nvSpPr>
        <p:spPr>
          <a:xfrm>
            <a:off x="4091149" y="6909434"/>
            <a:ext cx="307976" cy="306071"/>
          </a:xfrm>
          <a:prstGeom prst="rect">
            <a:avLst/>
          </a:prstGeom>
          <a:solidFill>
            <a:srgbClr val="2C88B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73" name="Rounded Rectangle 22"/>
          <p:cNvSpPr/>
          <p:nvPr/>
        </p:nvSpPr>
        <p:spPr>
          <a:xfrm>
            <a:off x="3682034" y="6909434"/>
            <a:ext cx="307976" cy="306071"/>
          </a:xfrm>
          <a:prstGeom prst="rect">
            <a:avLst/>
          </a:prstGeom>
          <a:solidFill>
            <a:srgbClr val="3B7DD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grpSp>
        <p:nvGrpSpPr>
          <p:cNvPr id="1278" name="圆柱形 24"/>
          <p:cNvGrpSpPr/>
          <p:nvPr/>
        </p:nvGrpSpPr>
        <p:grpSpPr>
          <a:xfrm>
            <a:off x="-10160" y="7511415"/>
            <a:ext cx="1136651" cy="294641"/>
            <a:chOff x="0" y="0"/>
            <a:chExt cx="1136650" cy="294640"/>
          </a:xfrm>
        </p:grpSpPr>
        <p:grpSp>
          <p:nvGrpSpPr>
            <p:cNvPr id="1276" name="成组"/>
            <p:cNvGrpSpPr/>
            <p:nvPr/>
          </p:nvGrpSpPr>
          <p:grpSpPr>
            <a:xfrm>
              <a:off x="0" y="-1"/>
              <a:ext cx="1136651" cy="294642"/>
              <a:chOff x="0" y="0"/>
              <a:chExt cx="1136650" cy="294640"/>
            </a:xfrm>
          </p:grpSpPr>
          <p:sp>
            <p:nvSpPr>
              <p:cNvPr id="1274" name="形状"/>
              <p:cNvSpPr/>
              <p:nvPr/>
            </p:nvSpPr>
            <p:spPr>
              <a:xfrm rot="5400000">
                <a:off x="421005" y="-421006"/>
                <a:ext cx="294641" cy="11366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286"/>
                    </a:moveTo>
                    <a:cubicBezTo>
                      <a:pt x="0" y="576"/>
                      <a:pt x="4835" y="0"/>
                      <a:pt x="10800" y="0"/>
                    </a:cubicBezTo>
                    <a:cubicBezTo>
                      <a:pt x="16765" y="0"/>
                      <a:pt x="21600" y="576"/>
                      <a:pt x="21600" y="1286"/>
                    </a:cubicBezTo>
                    <a:lnTo>
                      <a:pt x="21600" y="20314"/>
                    </a:lnTo>
                    <a:cubicBezTo>
                      <a:pt x="21600" y="21024"/>
                      <a:pt x="16765" y="21600"/>
                      <a:pt x="10800" y="21600"/>
                    </a:cubicBezTo>
                    <a:cubicBezTo>
                      <a:pt x="4835" y="21600"/>
                      <a:pt x="0" y="21024"/>
                      <a:pt x="0" y="203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300"/>
                </a:pPr>
                <a:endParaRPr/>
              </a:p>
            </p:txBody>
          </p:sp>
          <p:sp>
            <p:nvSpPr>
              <p:cNvPr id="1275" name="椭圆形"/>
              <p:cNvSpPr/>
              <p:nvPr/>
            </p:nvSpPr>
            <p:spPr>
              <a:xfrm rot="5400000">
                <a:off x="921647" y="79637"/>
                <a:ext cx="294641" cy="135367"/>
              </a:xfrm>
              <a:prstGeom prst="ellipse">
                <a:avLst/>
              </a:prstGeom>
              <a:solidFill>
                <a:srgbClr val="FFFFFF">
                  <a:alpha val="4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300"/>
                </a:pPr>
                <a:endParaRPr/>
              </a:p>
            </p:txBody>
          </p:sp>
        </p:grpSp>
        <p:sp>
          <p:nvSpPr>
            <p:cNvPr id="1277" name="AMI相关"/>
            <p:cNvSpPr txBox="1"/>
            <p:nvPr/>
          </p:nvSpPr>
          <p:spPr>
            <a:xfrm>
              <a:off x="67682" y="20320"/>
              <a:ext cx="933603" cy="254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14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pPr>
              <a:r>
                <a:t>AMI相关</a:t>
              </a:r>
            </a:p>
          </p:txBody>
        </p:sp>
      </p:grpSp>
      <p:grpSp>
        <p:nvGrpSpPr>
          <p:cNvPr id="1281" name="矩形: 圆角 71"/>
          <p:cNvGrpSpPr/>
          <p:nvPr/>
        </p:nvGrpSpPr>
        <p:grpSpPr>
          <a:xfrm>
            <a:off x="7771765" y="7512050"/>
            <a:ext cx="1136651" cy="348616"/>
            <a:chOff x="0" y="0"/>
            <a:chExt cx="1136650" cy="348615"/>
          </a:xfrm>
        </p:grpSpPr>
        <p:sp>
          <p:nvSpPr>
            <p:cNvPr id="1279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69"/>
              </a:avLst>
            </a:prstGeom>
            <a:solidFill>
              <a:srgbClr val="907FE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80" name="周边系统"/>
            <p:cNvSpPr txBox="1"/>
            <p:nvPr/>
          </p:nvSpPr>
          <p:spPr>
            <a:xfrm>
              <a:off x="10484" y="66357"/>
              <a:ext cx="1115682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周边系统</a:t>
              </a:r>
            </a:p>
          </p:txBody>
        </p:sp>
      </p:grpSp>
      <p:grpSp>
        <p:nvGrpSpPr>
          <p:cNvPr id="1284" name="矩形: 圆角 71"/>
          <p:cNvGrpSpPr/>
          <p:nvPr/>
        </p:nvGrpSpPr>
        <p:grpSpPr>
          <a:xfrm>
            <a:off x="9111615" y="7512050"/>
            <a:ext cx="1136651" cy="348616"/>
            <a:chOff x="0" y="0"/>
            <a:chExt cx="1136650" cy="348615"/>
          </a:xfrm>
        </p:grpSpPr>
        <p:sp>
          <p:nvSpPr>
            <p:cNvPr id="1282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70"/>
              </a:avLst>
            </a:prstGeom>
            <a:solidFill>
              <a:srgbClr val="225FD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83" name="周边系统"/>
            <p:cNvSpPr txBox="1"/>
            <p:nvPr/>
          </p:nvSpPr>
          <p:spPr>
            <a:xfrm>
              <a:off x="10485" y="66357"/>
              <a:ext cx="1115680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周边系统</a:t>
              </a:r>
            </a:p>
          </p:txBody>
        </p:sp>
      </p:grpSp>
      <p:grpSp>
        <p:nvGrpSpPr>
          <p:cNvPr id="1287" name="矩形: 圆角 71"/>
          <p:cNvGrpSpPr/>
          <p:nvPr/>
        </p:nvGrpSpPr>
        <p:grpSpPr>
          <a:xfrm>
            <a:off x="1233169" y="7511415"/>
            <a:ext cx="1136651" cy="348616"/>
            <a:chOff x="0" y="0"/>
            <a:chExt cx="1136650" cy="348615"/>
          </a:xfrm>
        </p:grpSpPr>
        <p:sp>
          <p:nvSpPr>
            <p:cNvPr id="1285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69"/>
              </a:avLst>
            </a:prstGeom>
            <a:solidFill>
              <a:srgbClr val="1B327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86" name="系统边界"/>
            <p:cNvSpPr txBox="1"/>
            <p:nvPr/>
          </p:nvSpPr>
          <p:spPr>
            <a:xfrm>
              <a:off x="10484" y="66357"/>
              <a:ext cx="1115682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系统边界</a:t>
              </a:r>
            </a:p>
          </p:txBody>
        </p:sp>
      </p:grpSp>
      <p:grpSp>
        <p:nvGrpSpPr>
          <p:cNvPr id="1290" name="矩形: 圆角 71"/>
          <p:cNvGrpSpPr/>
          <p:nvPr/>
        </p:nvGrpSpPr>
        <p:grpSpPr>
          <a:xfrm>
            <a:off x="2545079" y="7511415"/>
            <a:ext cx="1136651" cy="348616"/>
            <a:chOff x="0" y="0"/>
            <a:chExt cx="1136650" cy="348615"/>
          </a:xfrm>
        </p:grpSpPr>
        <p:sp>
          <p:nvSpPr>
            <p:cNvPr id="1288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69"/>
              </a:avLst>
            </a:prstGeom>
            <a:solidFill>
              <a:srgbClr val="225FD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89" name="内部大类"/>
            <p:cNvSpPr txBox="1"/>
            <p:nvPr/>
          </p:nvSpPr>
          <p:spPr>
            <a:xfrm>
              <a:off x="10484" y="66357"/>
              <a:ext cx="1115682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内部大类</a:t>
              </a:r>
            </a:p>
          </p:txBody>
        </p:sp>
      </p:grpSp>
      <p:grpSp>
        <p:nvGrpSpPr>
          <p:cNvPr id="1293" name="矩形: 圆角 71"/>
          <p:cNvGrpSpPr/>
          <p:nvPr/>
        </p:nvGrpSpPr>
        <p:grpSpPr>
          <a:xfrm>
            <a:off x="3772534" y="7511415"/>
            <a:ext cx="1136651" cy="348616"/>
            <a:chOff x="0" y="0"/>
            <a:chExt cx="1136650" cy="348615"/>
          </a:xfrm>
        </p:grpSpPr>
        <p:sp>
          <p:nvSpPr>
            <p:cNvPr id="1291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69"/>
              </a:avLst>
            </a:prstGeom>
            <a:solidFill>
              <a:srgbClr val="2B5EC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92" name="模块/组件"/>
            <p:cNvSpPr txBox="1"/>
            <p:nvPr/>
          </p:nvSpPr>
          <p:spPr>
            <a:xfrm>
              <a:off x="10484" y="66357"/>
              <a:ext cx="1115682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pPr>
              <a:r>
                <a:t>模块/组件</a:t>
              </a:r>
            </a:p>
          </p:txBody>
        </p:sp>
      </p:grpSp>
      <p:grpSp>
        <p:nvGrpSpPr>
          <p:cNvPr id="1296" name="矩形: 圆角 71"/>
          <p:cNvGrpSpPr/>
          <p:nvPr/>
        </p:nvGrpSpPr>
        <p:grpSpPr>
          <a:xfrm>
            <a:off x="10381615" y="7510780"/>
            <a:ext cx="1136651" cy="348616"/>
            <a:chOff x="0" y="0"/>
            <a:chExt cx="1136650" cy="348615"/>
          </a:xfrm>
        </p:grpSpPr>
        <p:sp>
          <p:nvSpPr>
            <p:cNvPr id="1294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70"/>
              </a:avLst>
            </a:prstGeom>
            <a:solidFill>
              <a:srgbClr val="73839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95" name="外部系统"/>
            <p:cNvSpPr txBox="1"/>
            <p:nvPr/>
          </p:nvSpPr>
          <p:spPr>
            <a:xfrm>
              <a:off x="10485" y="66357"/>
              <a:ext cx="1115680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外部系统</a:t>
              </a:r>
            </a:p>
          </p:txBody>
        </p:sp>
      </p:grpSp>
      <p:sp>
        <p:nvSpPr>
          <p:cNvPr id="1297" name="上箭头 52"/>
          <p:cNvSpPr/>
          <p:nvPr/>
        </p:nvSpPr>
        <p:spPr>
          <a:xfrm rot="5400000">
            <a:off x="5931534" y="7519034"/>
            <a:ext cx="248921" cy="3644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1297"/>
                </a:moveTo>
                <a:lnTo>
                  <a:pt x="10800" y="0"/>
                </a:lnTo>
                <a:lnTo>
                  <a:pt x="21600" y="11297"/>
                </a:lnTo>
                <a:lnTo>
                  <a:pt x="15243" y="11297"/>
                </a:lnTo>
                <a:lnTo>
                  <a:pt x="15243" y="21600"/>
                </a:lnTo>
                <a:lnTo>
                  <a:pt x="6357" y="21600"/>
                </a:lnTo>
                <a:lnTo>
                  <a:pt x="6357" y="11297"/>
                </a:lnTo>
                <a:close/>
              </a:path>
            </a:pathLst>
          </a:custGeom>
          <a:solidFill>
            <a:srgbClr val="2FE0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98" name="文本框 53"/>
          <p:cNvSpPr txBox="1"/>
          <p:nvPr/>
        </p:nvSpPr>
        <p:spPr>
          <a:xfrm>
            <a:off x="5028565" y="7547609"/>
            <a:ext cx="824231" cy="3073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 spc="100">
                <a:solidFill>
                  <a:srgbClr val="FFFFFF"/>
                </a:solidFill>
                <a:effectLst>
                  <a:outerShdw blurRad="50800" dist="38100" dir="2700000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内部连接</a:t>
            </a:r>
          </a:p>
        </p:txBody>
      </p:sp>
      <p:sp>
        <p:nvSpPr>
          <p:cNvPr id="1299" name="上箭头 128"/>
          <p:cNvSpPr/>
          <p:nvPr/>
        </p:nvSpPr>
        <p:spPr>
          <a:xfrm rot="5400000">
            <a:off x="7377430" y="7503794"/>
            <a:ext cx="276861" cy="3644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2565"/>
                </a:moveTo>
                <a:lnTo>
                  <a:pt x="10800" y="0"/>
                </a:lnTo>
                <a:lnTo>
                  <a:pt x="21600" y="12565"/>
                </a:lnTo>
                <a:lnTo>
                  <a:pt x="15243" y="12565"/>
                </a:lnTo>
                <a:lnTo>
                  <a:pt x="15243" y="21600"/>
                </a:lnTo>
                <a:lnTo>
                  <a:pt x="6357" y="21600"/>
                </a:lnTo>
                <a:lnTo>
                  <a:pt x="6357" y="12565"/>
                </a:lnTo>
                <a:close/>
              </a:path>
            </a:pathLst>
          </a:custGeom>
          <a:solidFill>
            <a:srgbClr val="3D5A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>
                    <a:alpha val="50000"/>
                  </a:srgbClr>
                </a:solidFill>
                <a:effectLst>
                  <a:outerShdw blurRad="50800" dist="38100" dir="2700000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300" name="文本框 55"/>
          <p:cNvSpPr txBox="1"/>
          <p:nvPr/>
        </p:nvSpPr>
        <p:spPr>
          <a:xfrm>
            <a:off x="6488429" y="7546975"/>
            <a:ext cx="824231" cy="30734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 spc="100">
                <a:solidFill>
                  <a:srgbClr val="FFFFFF"/>
                </a:solidFill>
                <a:effectLst>
                  <a:outerShdw blurRad="50800" dist="38100" dir="2700000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外部连接</a:t>
            </a:r>
          </a:p>
        </p:txBody>
      </p:sp>
      <p:pic>
        <p:nvPicPr>
          <p:cNvPr id="1301" name="图片 6" descr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302" name="图片 2" descr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9430" y="321309"/>
            <a:ext cx="1155066" cy="243173"/>
          </a:xfrm>
          <a:prstGeom prst="rect">
            <a:avLst/>
          </a:prstGeom>
          <a:ln w="12700">
            <a:miter lim="400000"/>
            <a:headEnd/>
            <a:tailEnd/>
          </a:ln>
          <a:effectLst>
            <a:outerShdw blurRad="50800" dist="12700" dir="2700000" rotWithShape="0">
              <a:srgbClr val="000000">
                <a:alpha val="40000"/>
              </a:srgbClr>
            </a:outerShdw>
          </a:effectLst>
        </p:spPr>
      </p:pic>
      <p:sp>
        <p:nvSpPr>
          <p:cNvPr id="130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63880" y="253505"/>
            <a:ext cx="9954000" cy="522000"/>
          </a:xfrm>
        </p:spPr>
        <p:txBody>
          <a:bodyPr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</a:lstStyle>
          <a:p>
            <a:pPr lvl="0"/>
            <a:r>
              <a:rPr lang="en-US">
                <a:sym typeface="+mn-ea"/>
              </a:rPr>
              <a:t>Click to edit Master title style</a:t>
            </a:r>
            <a:endParaRPr dirty="0">
              <a:sym typeface="+mn-ea"/>
            </a:endParaRPr>
          </a:p>
        </p:txBody>
      </p:sp>
      <p:cxnSp>
        <p:nvCxnSpPr>
          <p:cNvPr id="4" name="直线连接符 1"/>
          <p:cNvCxnSpPr/>
          <p:nvPr>
            <p:custDataLst>
              <p:tags r:id="rId2"/>
            </p:custDataLst>
          </p:nvPr>
        </p:nvCxnSpPr>
        <p:spPr>
          <a:xfrm>
            <a:off x="526431" y="333197"/>
            <a:ext cx="0" cy="576000"/>
          </a:xfrm>
          <a:prstGeom prst="line">
            <a:avLst/>
          </a:prstGeom>
          <a:ln w="63500">
            <a:gradFill>
              <a:gsLst>
                <a:gs pos="0">
                  <a:srgbClr val="F54D61"/>
                </a:gs>
                <a:gs pos="100000">
                  <a:srgbClr val="FF000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占位符 1"/>
          <p:cNvSpPr>
            <a:spLocks noGrp="1"/>
          </p:cNvSpPr>
          <p:nvPr>
            <p:ph type="body" idx="10"/>
            <p:custDataLst>
              <p:tags r:id="rId3"/>
            </p:custDataLst>
          </p:nvPr>
        </p:nvSpPr>
        <p:spPr>
          <a:xfrm>
            <a:off x="563880" y="716208"/>
            <a:ext cx="9954260" cy="25560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kumimoji="0" lang="zh-CN" altLang="en-US" sz="1200" b="0" i="0" u="none" strike="noStrike" kern="1200" cap="none" spc="0" normalizeH="0" baseline="0" noProof="1" smtClean="0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24752088"/>
      </p:ext>
    </p:extLst>
  </p:cSld>
  <p:clrMapOvr>
    <a:masterClrMapping/>
  </p:clrMapOvr>
  <p:transition spd="med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无标题_纯白_右上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D:/华锐技术/01 公司品宣/华锐LOGO/华锐LOGO组合方式/华锐技术LOGO标准组合-横版中英文.png华锐技术LOGO标准组合-横版中英文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screen"/>
          <a:srcRect/>
          <a:stretch>
            <a:fillRect/>
          </a:stretch>
        </p:blipFill>
        <p:spPr>
          <a:xfrm>
            <a:off x="10679430" y="319772"/>
            <a:ext cx="1155600" cy="243284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63880" y="252730"/>
            <a:ext cx="9954000" cy="522000"/>
          </a:xfrm>
        </p:spPr>
        <p:txBody>
          <a:bodyPr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smtClean="0">
                <a:solidFill>
                  <a:srgbClr val="203864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</a:lstStyle>
          <a:p>
            <a:pPr lvl="0"/>
            <a:r>
              <a:rPr lang="en-US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0"/>
            <p:custDataLst>
              <p:tags r:id="rId3"/>
            </p:custDataLst>
          </p:nvPr>
        </p:nvSpPr>
        <p:spPr>
          <a:xfrm>
            <a:off x="563880" y="715645"/>
            <a:ext cx="9954260" cy="25560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kumimoji="0" lang="zh-CN" altLang="en-US" sz="1200" b="0" i="0" u="none" strike="noStrike" kern="1200" cap="none" spc="0" normalizeH="0" baseline="0" noProof="1" smtClean="0">
                <a:solidFill>
                  <a:srgbClr val="939AB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4838289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页深色渐变-Logo右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幻灯片 16_9 25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 2" descr="D:/华锐技术/01 公司品宣/华锐LOGO/华锐LOGO组合方式/华锐技术LOGO标准组合-横版中英文（文字反白）.png华锐技术LOGO标准组合-横版中英文（文字反白）"/>
          <p:cNvPicPr>
            <a:picLocks noChangeAspect="1"/>
          </p:cNvPicPr>
          <p:nvPr userDrawn="1"/>
        </p:nvPicPr>
        <p:blipFill>
          <a:blip r:embed="rId5" cstate="screen"/>
          <a:srcRect/>
          <a:stretch>
            <a:fillRect/>
          </a:stretch>
        </p:blipFill>
        <p:spPr>
          <a:xfrm>
            <a:off x="10679430" y="321310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63880" y="253505"/>
            <a:ext cx="9954895" cy="521970"/>
          </a:xfrm>
        </p:spPr>
        <p:txBody>
          <a:bodyPr anchor="ctr" anchorCtr="0"/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cxnSp>
        <p:nvCxnSpPr>
          <p:cNvPr id="8" name="直线连接符 1"/>
          <p:cNvCxnSpPr/>
          <p:nvPr userDrawn="1">
            <p:custDataLst>
              <p:tags r:id="rId2"/>
            </p:custDataLst>
          </p:nvPr>
        </p:nvCxnSpPr>
        <p:spPr>
          <a:xfrm>
            <a:off x="526415" y="313690"/>
            <a:ext cx="0" cy="404378"/>
          </a:xfrm>
          <a:prstGeom prst="line">
            <a:avLst/>
          </a:prstGeom>
          <a:ln w="63500">
            <a:gradFill>
              <a:gsLst>
                <a:gs pos="0">
                  <a:srgbClr val="F54D61"/>
                </a:gs>
                <a:gs pos="100000">
                  <a:srgbClr val="FF000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华锐研究所LOGO标准组合-横版中英文（文字反白）" hidden="1"/>
          <p:cNvPicPr>
            <a:picLocks noChangeAspect="1"/>
          </p:cNvPicPr>
          <p:nvPr userDrawn="1"/>
        </p:nvPicPr>
        <p:blipFill>
          <a:blip r:embed="rId6" cstate="screen"/>
          <a:stretch>
            <a:fillRect/>
          </a:stretch>
        </p:blipFill>
        <p:spPr>
          <a:xfrm>
            <a:off x="10679464" y="319405"/>
            <a:ext cx="1273703" cy="24480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377678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封面">
    <p:bg>
      <p:bgPr>
        <a:gradFill>
          <a:gsLst>
            <a:gs pos="0">
              <a:srgbClr val="285382"/>
            </a:gs>
            <a:gs pos="68000">
              <a:srgbClr val="072448"/>
            </a:gs>
          </a:gsLst>
          <a:lin ang="33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D:/华锐技术/01 公司品宣/华锐LOGO/华锐LOGO组合方式/华锐技术LOGO标准组合-横版中英文（文字反白）.png华锐技术LOGO标准组合-横版中英文（文字反白）"/>
          <p:cNvPicPr>
            <a:picLocks noChangeAspect="1"/>
          </p:cNvPicPr>
          <p:nvPr/>
        </p:nvPicPr>
        <p:blipFill>
          <a:blip r:embed="rId2" cstate="screen"/>
          <a:srcRect/>
          <a:stretch>
            <a:fillRect/>
          </a:stretch>
        </p:blipFill>
        <p:spPr>
          <a:xfrm>
            <a:off x="838869" y="600356"/>
            <a:ext cx="1603465" cy="3375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68682669"/>
      </p:ext>
    </p:extLst>
  </p:cSld>
  <p:clrMapOvr>
    <a:masterClrMapping/>
  </p:clrMapOvr>
  <p:transition spd="med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形状 14"/>
          <p:cNvSpPr/>
          <p:nvPr>
            <p:custDataLst>
              <p:tags r:id="rId1"/>
            </p:custDataLst>
          </p:nvPr>
        </p:nvSpPr>
        <p:spPr>
          <a:xfrm>
            <a:off x="1" y="1"/>
            <a:ext cx="4362405" cy="6858000"/>
          </a:xfrm>
          <a:custGeom>
            <a:avLst/>
            <a:gdLst>
              <a:gd name="connsiteX0" fmla="*/ 0 w 8724808"/>
              <a:gd name="connsiteY0" fmla="*/ 0 h 13716000"/>
              <a:gd name="connsiteX1" fmla="*/ 7113954 w 8724808"/>
              <a:gd name="connsiteY1" fmla="*/ 0 h 13716000"/>
              <a:gd name="connsiteX2" fmla="*/ 7228935 w 8724808"/>
              <a:gd name="connsiteY2" fmla="*/ 219261 h 13716000"/>
              <a:gd name="connsiteX3" fmla="*/ 8724808 w 8724808"/>
              <a:gd name="connsiteY3" fmla="*/ 6858000 h 13716000"/>
              <a:gd name="connsiteX4" fmla="*/ 7228935 w 8724808"/>
              <a:gd name="connsiteY4" fmla="*/ 13496738 h 13716000"/>
              <a:gd name="connsiteX5" fmla="*/ 7113953 w 8724808"/>
              <a:gd name="connsiteY5" fmla="*/ 13716000 h 13716000"/>
              <a:gd name="connsiteX6" fmla="*/ 0 w 8724808"/>
              <a:gd name="connsiteY6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24808" h="13716000">
                <a:moveTo>
                  <a:pt x="0" y="0"/>
                </a:moveTo>
                <a:lnTo>
                  <a:pt x="7113954" y="0"/>
                </a:lnTo>
                <a:lnTo>
                  <a:pt x="7228935" y="219261"/>
                </a:lnTo>
                <a:cubicBezTo>
                  <a:pt x="8169676" y="2081760"/>
                  <a:pt x="8724808" y="4376269"/>
                  <a:pt x="8724808" y="6858000"/>
                </a:cubicBezTo>
                <a:cubicBezTo>
                  <a:pt x="8724808" y="9339731"/>
                  <a:pt x="8169676" y="11634239"/>
                  <a:pt x="7228935" y="13496738"/>
                </a:cubicBezTo>
                <a:lnTo>
                  <a:pt x="7113953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2D477A"/>
              </a:gs>
              <a:gs pos="99000">
                <a:srgbClr val="042B5C"/>
              </a:gs>
            </a:gsLst>
            <a:lin ang="2700000" scaled="0"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fromWordArt="0" anchor="ctr" anchorCtr="0" forceAA="0" compatLnSpc="1">
            <a:noAutofit/>
          </a:bodyPr>
          <a:lstStyle/>
          <a:p>
            <a:pPr defTabSz="412750"/>
            <a:endParaRPr lang="zh-CN" altLang="en-US" sz="1600" b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  <a:sym typeface="Helvetica Neue Medium" panose="02000503000000020004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1108710" y="2403475"/>
            <a:ext cx="2145030" cy="1264920"/>
            <a:chOff x="1742" y="4076"/>
            <a:chExt cx="3378" cy="1992"/>
          </a:xfrm>
        </p:grpSpPr>
        <p:sp>
          <p:nvSpPr>
            <p:cNvPr id="2" name="îŝ1íḓe"/>
            <p:cNvSpPr/>
            <p:nvPr/>
          </p:nvSpPr>
          <p:spPr>
            <a:xfrm>
              <a:off x="1742" y="4076"/>
              <a:ext cx="3378" cy="1284"/>
            </a:xfrm>
            <a:prstGeom prst="rect">
              <a:avLst/>
            </a:prstGeom>
          </p:spPr>
          <p:txBody>
            <a:bodyPr wrap="square" lIns="91441" tIns="45720" rIns="91441" bIns="45720" anchor="ctr">
              <a:no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4400">
                <a:defRPr/>
              </a:pPr>
              <a:r>
                <a:rPr lang="zh-CN" altLang="en-US" sz="6000" dirty="0">
                  <a:solidFill>
                    <a:srgbClr val="FFFFFF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  <a:cs typeface="微软雅黑" panose="020B0503020204020204" pitchFamily="34" charset="-122"/>
                </a:rPr>
                <a:t>目录</a:t>
              </a:r>
            </a:p>
          </p:txBody>
        </p:sp>
        <p:sp>
          <p:nvSpPr>
            <p:cNvPr id="24" name="矩形 29"/>
            <p:cNvSpPr txBox="1"/>
            <p:nvPr/>
          </p:nvSpPr>
          <p:spPr>
            <a:xfrm>
              <a:off x="1954" y="5440"/>
              <a:ext cx="2648" cy="628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45720" rIns="45720">
              <a:spAutoFit/>
            </a:bodyPr>
            <a:lstStyle>
              <a:lvl1pPr>
                <a:defRPr sz="1600">
                  <a:solidFill>
                    <a:srgbClr val="1B2F48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</a:lstStyle>
            <a:p>
              <a:pPr algn="l"/>
              <a:r>
                <a:rPr sz="2000" b="0" i="0" dirty="0">
                  <a:solidFill>
                    <a:schemeClr val="bg1">
                      <a:alpha val="30000"/>
                    </a:scheme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Arial" panose="020B0604020202020204" pitchFamily="34" charset="0"/>
                </a:rPr>
                <a:t>CONTENT</a:t>
              </a:r>
              <a:r>
                <a:rPr lang="en-US" sz="2000" b="0" i="0" dirty="0">
                  <a:solidFill>
                    <a:schemeClr val="bg1">
                      <a:alpha val="30000"/>
                    </a:scheme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Arial" panose="020B0604020202020204" pitchFamily="34" charset="0"/>
                </a:rPr>
                <a:t>S</a:t>
              </a:r>
            </a:p>
          </p:txBody>
        </p:sp>
      </p:grpSp>
      <p:pic>
        <p:nvPicPr>
          <p:cNvPr id="8" name="图片 7" descr="组 12"/>
          <p:cNvPicPr>
            <a:picLocks noChangeAspect="1"/>
          </p:cNvPicPr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>
            <a:off x="336550" y="4083685"/>
            <a:ext cx="3495040" cy="1967230"/>
          </a:xfrm>
          <a:prstGeom prst="rect">
            <a:avLst/>
          </a:prstGeom>
          <a:effectLst>
            <a:reflection blurRad="6350" stA="70000" endA="300" endPos="55000" dist="1143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586790935"/>
      </p:ext>
    </p:extLst>
  </p:cSld>
  <p:clrMapOvr>
    <a:masterClrMapping/>
  </p:clrMapOvr>
  <p:transition spd="med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无标题_纯色内页-右上Logo">
    <p:bg>
      <p:bgPr>
        <a:solidFill>
          <a:srgbClr val="0D31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D:/华锐技术/01 公司品宣/华锐LOGO/华锐LOGO组合方式/华锐技术LOGO标准组合-横版中英文（文字反白）.png华锐技术LOGO标准组合-横版中英文（文字反白）"/>
          <p:cNvPicPr>
            <a:picLocks noChangeAspect="1"/>
          </p:cNvPicPr>
          <p:nvPr/>
        </p:nvPicPr>
        <p:blipFill>
          <a:blip r:embed="rId4" cstate="screen"/>
          <a:srcRect/>
          <a:stretch>
            <a:fillRect/>
          </a:stretch>
        </p:blipFill>
        <p:spPr>
          <a:xfrm>
            <a:off x="10679430" y="321310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标题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63880" y="253505"/>
            <a:ext cx="9954000" cy="522000"/>
          </a:xfrm>
        </p:spPr>
        <p:txBody>
          <a:bodyPr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</a:lstStyle>
          <a:p>
            <a:pPr lvl="0"/>
            <a:r>
              <a:rPr lang="en-US">
                <a:sym typeface="+mn-ea"/>
              </a:rPr>
              <a:t>Click to edit Master title style</a:t>
            </a:r>
            <a:endParaRPr dirty="0">
              <a:sym typeface="+mn-ea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0"/>
            <p:custDataLst>
              <p:tags r:id="rId2"/>
            </p:custDataLst>
          </p:nvPr>
        </p:nvSpPr>
        <p:spPr>
          <a:xfrm>
            <a:off x="563880" y="716208"/>
            <a:ext cx="9954260" cy="25560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kumimoji="0" lang="zh-CN" altLang="en-US" sz="1200" b="0" i="0" u="none" strike="noStrike" kern="1200" cap="none" spc="0" normalizeH="0" baseline="0" noProof="1" smtClean="0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1293434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标题_纯色内页-右上Logo">
    <p:bg>
      <p:bgPr>
        <a:solidFill>
          <a:srgbClr val="0D31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D:/华锐技术/01 公司品宣/华锐LOGO/华锐LOGO组合方式/华锐技术LOGO标准组合-横版中英文（文字反白）.png华锐技术LOGO标准组合-横版中英文（文字反白）"/>
          <p:cNvPicPr>
            <a:picLocks noChangeAspect="1"/>
          </p:cNvPicPr>
          <p:nvPr/>
        </p:nvPicPr>
        <p:blipFill>
          <a:blip r:embed="rId4" cstate="screen"/>
          <a:srcRect/>
          <a:stretch>
            <a:fillRect/>
          </a:stretch>
        </p:blipFill>
        <p:spPr>
          <a:xfrm>
            <a:off x="10679430" y="321310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63880" y="253505"/>
            <a:ext cx="9954895" cy="521970"/>
          </a:xfrm>
        </p:spPr>
        <p:txBody>
          <a:bodyPr anchor="ctr" anchorCtr="0"/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cxnSp>
        <p:nvCxnSpPr>
          <p:cNvPr id="8" name="直线连接符 1"/>
          <p:cNvCxnSpPr/>
          <p:nvPr>
            <p:custDataLst>
              <p:tags r:id="rId2"/>
            </p:custDataLst>
          </p:nvPr>
        </p:nvCxnSpPr>
        <p:spPr>
          <a:xfrm>
            <a:off x="526415" y="332740"/>
            <a:ext cx="0" cy="410209"/>
          </a:xfrm>
          <a:prstGeom prst="line">
            <a:avLst/>
          </a:prstGeom>
          <a:ln w="63500">
            <a:gradFill>
              <a:gsLst>
                <a:gs pos="0">
                  <a:srgbClr val="F54D61"/>
                </a:gs>
                <a:gs pos="100000">
                  <a:srgbClr val="FF000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361153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英文标题_纯色内页-右上Logo">
    <p:bg>
      <p:bgPr>
        <a:solidFill>
          <a:srgbClr val="0D31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63880" y="253505"/>
            <a:ext cx="9954000" cy="522000"/>
          </a:xfrm>
        </p:spPr>
        <p:txBody>
          <a:bodyPr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</a:lstStyle>
          <a:p>
            <a:pPr lvl="0"/>
            <a:r>
              <a:rPr lang="en-US">
                <a:sym typeface="+mn-ea"/>
              </a:rPr>
              <a:t>Click to edit Master title style</a:t>
            </a:r>
            <a:endParaRPr dirty="0">
              <a:sym typeface="+mn-ea"/>
            </a:endParaRPr>
          </a:p>
        </p:txBody>
      </p:sp>
      <p:cxnSp>
        <p:nvCxnSpPr>
          <p:cNvPr id="4" name="直线连接符 1"/>
          <p:cNvCxnSpPr/>
          <p:nvPr>
            <p:custDataLst>
              <p:tags r:id="rId2"/>
            </p:custDataLst>
          </p:nvPr>
        </p:nvCxnSpPr>
        <p:spPr>
          <a:xfrm>
            <a:off x="526431" y="333197"/>
            <a:ext cx="0" cy="576000"/>
          </a:xfrm>
          <a:prstGeom prst="line">
            <a:avLst/>
          </a:prstGeom>
          <a:ln w="63500">
            <a:gradFill>
              <a:gsLst>
                <a:gs pos="0">
                  <a:srgbClr val="F54D61"/>
                </a:gs>
                <a:gs pos="100000">
                  <a:srgbClr val="FF000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占位符 1"/>
          <p:cNvSpPr>
            <a:spLocks noGrp="1"/>
          </p:cNvSpPr>
          <p:nvPr>
            <p:ph type="body" idx="10"/>
            <p:custDataLst>
              <p:tags r:id="rId3"/>
            </p:custDataLst>
          </p:nvPr>
        </p:nvSpPr>
        <p:spPr>
          <a:xfrm>
            <a:off x="563880" y="716208"/>
            <a:ext cx="9954260" cy="25560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kumimoji="0" lang="zh-CN" altLang="en-US" sz="1200" b="0" i="0" u="none" strike="noStrike" kern="1200" cap="none" spc="0" normalizeH="0" baseline="0" noProof="1" smtClean="0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pic>
        <p:nvPicPr>
          <p:cNvPr id="7" name="图片 6" descr="D:/华锐技术/01 公司品宣/华锐LOGO/华锐LOGO组合方式/华锐技术LOGO标准组合-横版中英文（文字反白）.png华锐技术LOGO标准组合-横版中英文（文字反白）"/>
          <p:cNvPicPr>
            <a:picLocks noChangeAspect="1"/>
          </p:cNvPicPr>
          <p:nvPr/>
        </p:nvPicPr>
        <p:blipFill>
          <a:blip r:embed="rId5" cstate="screen"/>
          <a:srcRect/>
          <a:stretch>
            <a:fillRect/>
          </a:stretch>
        </p:blipFill>
        <p:spPr>
          <a:xfrm>
            <a:off x="10679430" y="321310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236999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标题_纯白-右上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D:/华锐技术/01 公司品宣/华锐LOGO/华锐LOGO组合方式/华锐技术LOGO标准组合-横版中英文.png华锐技术LOGO标准组合-横版中英文"/>
          <p:cNvPicPr>
            <a:picLocks noChangeAspect="1"/>
          </p:cNvPicPr>
          <p:nvPr/>
        </p:nvPicPr>
        <p:blipFill>
          <a:blip r:embed="rId4" cstate="screen"/>
          <a:srcRect/>
          <a:stretch>
            <a:fillRect/>
          </a:stretch>
        </p:blipFill>
        <p:spPr>
          <a:xfrm>
            <a:off x="10679430" y="319772"/>
            <a:ext cx="1155600" cy="2432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63880" y="253505"/>
            <a:ext cx="9954000" cy="522000"/>
          </a:xfrm>
        </p:spPr>
        <p:txBody>
          <a:bodyPr anchor="ctr" anchorCtr="0"/>
          <a:lstStyle>
            <a:lvl1pPr>
              <a:lnSpc>
                <a:spcPct val="100000"/>
              </a:lnSpc>
              <a:defRPr sz="2800" b="1">
                <a:solidFill>
                  <a:srgbClr val="203864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cxnSp>
        <p:nvCxnSpPr>
          <p:cNvPr id="4" name="直线连接符 1"/>
          <p:cNvCxnSpPr/>
          <p:nvPr>
            <p:custDataLst>
              <p:tags r:id="rId2"/>
            </p:custDataLst>
          </p:nvPr>
        </p:nvCxnSpPr>
        <p:spPr>
          <a:xfrm>
            <a:off x="526415" y="332740"/>
            <a:ext cx="0" cy="410209"/>
          </a:xfrm>
          <a:prstGeom prst="line">
            <a:avLst/>
          </a:prstGeom>
          <a:ln w="63500">
            <a:gradFill>
              <a:gsLst>
                <a:gs pos="0">
                  <a:srgbClr val="F54D61"/>
                </a:gs>
                <a:gs pos="100000">
                  <a:srgbClr val="FF000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773123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英文标题_纯白-右上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3880" y="252730"/>
            <a:ext cx="9954000" cy="522000"/>
          </a:xfrm>
        </p:spPr>
        <p:txBody>
          <a:bodyPr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smtClean="0">
                <a:solidFill>
                  <a:srgbClr val="203864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</a:lstStyle>
          <a:p>
            <a:pPr lvl="0"/>
            <a:r>
              <a:rPr lang="en-US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563880" y="715645"/>
            <a:ext cx="9954260" cy="25560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kumimoji="0" lang="zh-CN" altLang="en-US" sz="1200" b="0" i="0" u="none" strike="noStrike" kern="1200" cap="none" spc="0" normalizeH="0" baseline="0" noProof="1" smtClean="0">
                <a:solidFill>
                  <a:srgbClr val="939AB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cxnSp>
        <p:nvCxnSpPr>
          <p:cNvPr id="6" name="直线连接符 1"/>
          <p:cNvCxnSpPr/>
          <p:nvPr>
            <p:custDataLst>
              <p:tags r:id="rId1"/>
            </p:custDataLst>
          </p:nvPr>
        </p:nvCxnSpPr>
        <p:spPr>
          <a:xfrm>
            <a:off x="526431" y="331292"/>
            <a:ext cx="0" cy="576000"/>
          </a:xfrm>
          <a:prstGeom prst="line">
            <a:avLst/>
          </a:prstGeom>
          <a:ln w="63500">
            <a:gradFill>
              <a:gsLst>
                <a:gs pos="0">
                  <a:srgbClr val="F54D61"/>
                </a:gs>
                <a:gs pos="100000">
                  <a:srgbClr val="FF000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D:/华锐技术/01 公司品宣/华锐LOGO/华锐LOGO组合方式/华锐技术LOGO标准组合-横版中英文.png华锐技术LOGO标准组合-横版中英文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 cstate="screen"/>
          <a:srcRect/>
          <a:stretch>
            <a:fillRect/>
          </a:stretch>
        </p:blipFill>
        <p:spPr>
          <a:xfrm>
            <a:off x="10679430" y="319772"/>
            <a:ext cx="1155600" cy="243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091763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纯色内页（旧版兼容）-右上Logo">
    <p:bg>
      <p:bgPr>
        <a:solidFill>
          <a:srgbClr val="0D31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0679430" y="318135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13755092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中文标题_纯色内页_右上Logo">
    <p:bg>
      <p:bgPr>
        <a:solidFill>
          <a:srgbClr val="0D31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D:/华锐技术/01 公司品宣/华锐LOGO/华锐LOGO组合方式/华锐技术LOGO标准组合-横版中英文（文字反白）.png华锐技术LOGO标准组合-横版中英文（文字反白）"/>
          <p:cNvPicPr>
            <a:picLocks noChangeAspect="1"/>
          </p:cNvPicPr>
          <p:nvPr/>
        </p:nvPicPr>
        <p:blipFill>
          <a:blip r:embed="rId4" cstate="screen"/>
          <a:srcRect/>
          <a:stretch>
            <a:fillRect/>
          </a:stretch>
        </p:blipFill>
        <p:spPr>
          <a:xfrm>
            <a:off x="10679430" y="321310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63880" y="253505"/>
            <a:ext cx="9954895" cy="521970"/>
          </a:xfrm>
        </p:spPr>
        <p:txBody>
          <a:bodyPr anchor="ctr" anchorCtr="0"/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cxnSp>
        <p:nvCxnSpPr>
          <p:cNvPr id="8" name="直线连接符 1"/>
          <p:cNvCxnSpPr/>
          <p:nvPr>
            <p:custDataLst>
              <p:tags r:id="rId2"/>
            </p:custDataLst>
          </p:nvPr>
        </p:nvCxnSpPr>
        <p:spPr>
          <a:xfrm>
            <a:off x="526415" y="332740"/>
            <a:ext cx="0" cy="404378"/>
          </a:xfrm>
          <a:prstGeom prst="line">
            <a:avLst/>
          </a:prstGeom>
          <a:ln w="63500">
            <a:gradFill>
              <a:gsLst>
                <a:gs pos="0">
                  <a:srgbClr val="F54D61"/>
                </a:gs>
                <a:gs pos="100000">
                  <a:srgbClr val="FF000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7163638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1363523" y="7885708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867523" y="7885708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9629123" y="7885708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198414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渐变内页-右上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-635" y="0"/>
            <a:ext cx="12192635" cy="6858000"/>
          </a:xfrm>
          <a:prstGeom prst="rect">
            <a:avLst/>
          </a:prstGeom>
          <a:gradFill>
            <a:gsLst>
              <a:gs pos="0">
                <a:srgbClr val="2D507C"/>
              </a:gs>
              <a:gs pos="100000">
                <a:srgbClr val="020B31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034A7C"/>
              </a:gs>
              <a:gs pos="100000">
                <a:srgbClr val="020B31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144778"/>
              </a:gs>
              <a:gs pos="100000">
                <a:srgbClr val="071E47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 descr="D:/华锐技术/01 公司品宣/华锐LOGO/华锐LOGO组合方式/华锐技术LOGO标准组合-横版中英文（文字反白）.png华锐技术LOGO标准组合-横版中英文（文字反白）"/>
          <p:cNvPicPr>
            <a:picLocks noChangeAspect="1"/>
          </p:cNvPicPr>
          <p:nvPr/>
        </p:nvPicPr>
        <p:blipFill>
          <a:blip r:embed="rId2" cstate="screen"/>
          <a:srcRect/>
          <a:stretch>
            <a:fillRect/>
          </a:stretch>
        </p:blipFill>
        <p:spPr>
          <a:xfrm>
            <a:off x="10679430" y="321310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33821041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渐变内页-右上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-635" y="0"/>
            <a:ext cx="12192635" cy="6858000"/>
          </a:xfrm>
          <a:prstGeom prst="rect">
            <a:avLst/>
          </a:prstGeom>
          <a:gradFill>
            <a:gsLst>
              <a:gs pos="0">
                <a:srgbClr val="2D507C"/>
              </a:gs>
              <a:gs pos="100000">
                <a:srgbClr val="020B31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034A7C"/>
              </a:gs>
              <a:gs pos="100000">
                <a:srgbClr val="020B31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144778"/>
              </a:gs>
              <a:gs pos="100000">
                <a:srgbClr val="071E47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63880" y="253505"/>
            <a:ext cx="9954000" cy="522000"/>
          </a:xfrm>
        </p:spPr>
        <p:txBody>
          <a:bodyPr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</a:lstStyle>
          <a:p>
            <a:pPr lvl="0"/>
            <a:r>
              <a:rPr lang="en-US">
                <a:sym typeface="+mn-ea"/>
              </a:rPr>
              <a:t>Click to edit Master title style</a:t>
            </a:r>
            <a:endParaRPr dirty="0">
              <a:sym typeface="+mn-ea"/>
            </a:endParaRPr>
          </a:p>
        </p:txBody>
      </p:sp>
      <p:cxnSp>
        <p:nvCxnSpPr>
          <p:cNvPr id="6" name="直线连接符 1"/>
          <p:cNvCxnSpPr/>
          <p:nvPr>
            <p:custDataLst>
              <p:tags r:id="rId2"/>
            </p:custDataLst>
          </p:nvPr>
        </p:nvCxnSpPr>
        <p:spPr>
          <a:xfrm>
            <a:off x="526431" y="333197"/>
            <a:ext cx="0" cy="576000"/>
          </a:xfrm>
          <a:prstGeom prst="line">
            <a:avLst/>
          </a:prstGeom>
          <a:ln w="63500">
            <a:gradFill>
              <a:gsLst>
                <a:gs pos="0">
                  <a:srgbClr val="F54D61"/>
                </a:gs>
                <a:gs pos="100000">
                  <a:srgbClr val="FF000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6"/>
          <p:cNvSpPr>
            <a:spLocks noGrp="1"/>
          </p:cNvSpPr>
          <p:nvPr>
            <p:ph type="body" idx="10"/>
            <p:custDataLst>
              <p:tags r:id="rId3"/>
            </p:custDataLst>
          </p:nvPr>
        </p:nvSpPr>
        <p:spPr>
          <a:xfrm>
            <a:off x="563880" y="716208"/>
            <a:ext cx="9954260" cy="25560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kumimoji="0" lang="zh-CN" altLang="en-US" sz="1200" b="0" i="0" u="none" strike="noStrike" kern="1200" cap="none" spc="0" normalizeH="0" baseline="0" noProof="1" smtClean="0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pic>
        <p:nvPicPr>
          <p:cNvPr id="8" name="图片 7" descr="D:/华锐技术/01 公司品宣/华锐LOGO/华锐LOGO组合方式/华锐技术LOGO标准组合-横版中英文（文字反白）.png华锐技术LOGO标准组合-横版中英文（文字反白）"/>
          <p:cNvPicPr>
            <a:picLocks noChangeAspect="1"/>
          </p:cNvPicPr>
          <p:nvPr/>
        </p:nvPicPr>
        <p:blipFill>
          <a:blip r:embed="rId5" cstate="screen"/>
          <a:srcRect/>
          <a:stretch>
            <a:fillRect/>
          </a:stretch>
        </p:blipFill>
        <p:spPr>
          <a:xfrm>
            <a:off x="10679430" y="321310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80912944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1_无标题_纯色内页-右上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Rounded Rectangle 22"/>
          <p:cNvSpPr/>
          <p:nvPr/>
        </p:nvSpPr>
        <p:spPr>
          <a:xfrm>
            <a:off x="12323199" y="138429"/>
            <a:ext cx="307976" cy="306071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25" name="文本框 39"/>
          <p:cNvSpPr txBox="1"/>
          <p:nvPr/>
        </p:nvSpPr>
        <p:spPr>
          <a:xfrm>
            <a:off x="13206730" y="138429"/>
            <a:ext cx="836296" cy="3073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标题文字</a:t>
            </a:r>
          </a:p>
        </p:txBody>
      </p:sp>
      <p:sp>
        <p:nvSpPr>
          <p:cNvPr id="1226" name="文本框 75"/>
          <p:cNvSpPr txBox="1"/>
          <p:nvPr/>
        </p:nvSpPr>
        <p:spPr>
          <a:xfrm>
            <a:off x="12270104" y="-368321"/>
            <a:ext cx="455296" cy="5232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深色背景</a:t>
            </a:r>
          </a:p>
        </p:txBody>
      </p:sp>
      <p:sp>
        <p:nvSpPr>
          <p:cNvPr id="1227" name="Rounded Rectangle 22"/>
          <p:cNvSpPr/>
          <p:nvPr/>
        </p:nvSpPr>
        <p:spPr>
          <a:xfrm>
            <a:off x="12837159" y="138429"/>
            <a:ext cx="307976" cy="306071"/>
          </a:xfrm>
          <a:prstGeom prst="rect">
            <a:avLst/>
          </a:prstGeom>
          <a:solidFill>
            <a:srgbClr val="28376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28" name="Rounded Rectangle 22"/>
          <p:cNvSpPr/>
          <p:nvPr/>
        </p:nvSpPr>
        <p:spPr>
          <a:xfrm>
            <a:off x="12323199" y="568325"/>
            <a:ext cx="307976" cy="306071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29" name="Rounded Rectangle 22"/>
          <p:cNvSpPr/>
          <p:nvPr/>
        </p:nvSpPr>
        <p:spPr>
          <a:xfrm>
            <a:off x="12837159" y="568325"/>
            <a:ext cx="307976" cy="306071"/>
          </a:xfrm>
          <a:prstGeom prst="rect">
            <a:avLst/>
          </a:prstGeom>
          <a:solidFill>
            <a:srgbClr val="41507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0" name="文本框 79"/>
          <p:cNvSpPr txBox="1"/>
          <p:nvPr/>
        </p:nvSpPr>
        <p:spPr>
          <a:xfrm>
            <a:off x="13206730" y="583565"/>
            <a:ext cx="836296" cy="3073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正文文字</a:t>
            </a:r>
          </a:p>
        </p:txBody>
      </p:sp>
      <p:sp>
        <p:nvSpPr>
          <p:cNvPr id="1231" name="Rounded Rectangle 22"/>
          <p:cNvSpPr/>
          <p:nvPr/>
        </p:nvSpPr>
        <p:spPr>
          <a:xfrm>
            <a:off x="12323199" y="998219"/>
            <a:ext cx="307976" cy="306071"/>
          </a:xfrm>
          <a:prstGeom prst="rect">
            <a:avLst/>
          </a:prstGeom>
          <a:solidFill>
            <a:srgbClr val="D9D9D9"/>
          </a:solidFill>
          <a:ln w="6350">
            <a:solidFill>
              <a:srgbClr val="59595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2" name="Rounded Rectangle 22"/>
          <p:cNvSpPr/>
          <p:nvPr/>
        </p:nvSpPr>
        <p:spPr>
          <a:xfrm>
            <a:off x="12837159" y="998219"/>
            <a:ext cx="307976" cy="306071"/>
          </a:xfrm>
          <a:prstGeom prst="rect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3" name="Rounded Rectangle 22"/>
          <p:cNvSpPr/>
          <p:nvPr/>
        </p:nvSpPr>
        <p:spPr>
          <a:xfrm>
            <a:off x="12323199" y="2434845"/>
            <a:ext cx="307976" cy="306071"/>
          </a:xfrm>
          <a:prstGeom prst="rect">
            <a:avLst/>
          </a:prstGeom>
          <a:solidFill>
            <a:srgbClr val="F54D6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4" name="Rounded Rectangle 22"/>
          <p:cNvSpPr/>
          <p:nvPr/>
        </p:nvSpPr>
        <p:spPr>
          <a:xfrm>
            <a:off x="12323199" y="2060566"/>
            <a:ext cx="307976" cy="306071"/>
          </a:xfrm>
          <a:prstGeom prst="rect">
            <a:avLst/>
          </a:prstGeom>
          <a:solidFill>
            <a:srgbClr val="F889A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5" name="Rounded Rectangle 22"/>
          <p:cNvSpPr/>
          <p:nvPr/>
        </p:nvSpPr>
        <p:spPr>
          <a:xfrm>
            <a:off x="12323199" y="3183406"/>
            <a:ext cx="307976" cy="306071"/>
          </a:xfrm>
          <a:prstGeom prst="rect">
            <a:avLst/>
          </a:prstGeom>
          <a:solidFill>
            <a:srgbClr val="F8A21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6" name="Rounded Rectangle 22"/>
          <p:cNvSpPr/>
          <p:nvPr/>
        </p:nvSpPr>
        <p:spPr>
          <a:xfrm>
            <a:off x="12707078" y="3183406"/>
            <a:ext cx="307976" cy="306071"/>
          </a:xfrm>
          <a:prstGeom prst="rect">
            <a:avLst/>
          </a:prstGeom>
          <a:solidFill>
            <a:srgbClr val="E3AB4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7" name="Rounded Rectangle 22"/>
          <p:cNvSpPr/>
          <p:nvPr/>
        </p:nvSpPr>
        <p:spPr>
          <a:xfrm>
            <a:off x="12707078" y="3554233"/>
            <a:ext cx="307976" cy="306071"/>
          </a:xfrm>
          <a:prstGeom prst="rect">
            <a:avLst/>
          </a:prstGeom>
          <a:solidFill>
            <a:srgbClr val="EBD86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8" name="Rounded Rectangle 22"/>
          <p:cNvSpPr/>
          <p:nvPr/>
        </p:nvSpPr>
        <p:spPr>
          <a:xfrm>
            <a:off x="12323199" y="3931965"/>
            <a:ext cx="307976" cy="306071"/>
          </a:xfrm>
          <a:prstGeom prst="rect">
            <a:avLst/>
          </a:prstGeom>
          <a:solidFill>
            <a:srgbClr val="53E0B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9" name="Rounded Rectangle 22"/>
          <p:cNvSpPr/>
          <p:nvPr/>
        </p:nvSpPr>
        <p:spPr>
          <a:xfrm>
            <a:off x="12323199" y="4306246"/>
            <a:ext cx="307976" cy="306071"/>
          </a:xfrm>
          <a:prstGeom prst="rect">
            <a:avLst/>
          </a:prstGeom>
          <a:solidFill>
            <a:srgbClr val="3EC2A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0" name="Rounded Rectangle 22"/>
          <p:cNvSpPr/>
          <p:nvPr/>
        </p:nvSpPr>
        <p:spPr>
          <a:xfrm>
            <a:off x="12710662" y="5047748"/>
            <a:ext cx="307976" cy="306071"/>
          </a:xfrm>
          <a:prstGeom prst="rect">
            <a:avLst/>
          </a:prstGeom>
          <a:solidFill>
            <a:srgbClr val="46D0F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1" name="Rounded Rectangle 22"/>
          <p:cNvSpPr/>
          <p:nvPr/>
        </p:nvSpPr>
        <p:spPr>
          <a:xfrm>
            <a:off x="12323199" y="5429086"/>
            <a:ext cx="307976" cy="306071"/>
          </a:xfrm>
          <a:prstGeom prst="rect">
            <a:avLst/>
          </a:prstGeom>
          <a:solidFill>
            <a:srgbClr val="2B5EC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2" name="Rounded Rectangle 22"/>
          <p:cNvSpPr/>
          <p:nvPr/>
        </p:nvSpPr>
        <p:spPr>
          <a:xfrm>
            <a:off x="12323199" y="5803365"/>
            <a:ext cx="307976" cy="306071"/>
          </a:xfrm>
          <a:prstGeom prst="rect">
            <a:avLst/>
          </a:prstGeom>
          <a:solidFill>
            <a:srgbClr val="225FD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3" name="Rounded Rectangle 22"/>
          <p:cNvSpPr/>
          <p:nvPr/>
        </p:nvSpPr>
        <p:spPr>
          <a:xfrm>
            <a:off x="12323199" y="6177646"/>
            <a:ext cx="307976" cy="306071"/>
          </a:xfrm>
          <a:prstGeom prst="rect">
            <a:avLst/>
          </a:prstGeom>
          <a:solidFill>
            <a:srgbClr val="5E7AF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4" name="Rounded Rectangle 22"/>
          <p:cNvSpPr/>
          <p:nvPr/>
        </p:nvSpPr>
        <p:spPr>
          <a:xfrm>
            <a:off x="12323199" y="6551930"/>
            <a:ext cx="307976" cy="306071"/>
          </a:xfrm>
          <a:prstGeom prst="rect">
            <a:avLst/>
          </a:prstGeom>
          <a:solidFill>
            <a:srgbClr val="8F7FE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5" name="文本框 3"/>
          <p:cNvSpPr txBox="1"/>
          <p:nvPr/>
        </p:nvSpPr>
        <p:spPr>
          <a:xfrm>
            <a:off x="11861564" y="9008232"/>
            <a:ext cx="1480655" cy="5232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r>
              <a:t>在这占位</a:t>
            </a:r>
          </a:p>
          <a:p>
            <a: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r>
              <a:t>防止轻易跨页滚动</a:t>
            </a:r>
          </a:p>
        </p:txBody>
      </p:sp>
      <p:sp>
        <p:nvSpPr>
          <p:cNvPr id="1246" name="Rounded Rectangle 21"/>
          <p:cNvSpPr/>
          <p:nvPr/>
        </p:nvSpPr>
        <p:spPr>
          <a:xfrm>
            <a:off x="12707083" y="6551930"/>
            <a:ext cx="307975" cy="306071"/>
          </a:xfrm>
          <a:prstGeom prst="rect">
            <a:avLst/>
          </a:prstGeom>
          <a:solidFill>
            <a:srgbClr val="5F4FB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7" name="矩形 12"/>
          <p:cNvSpPr/>
          <p:nvPr/>
        </p:nvSpPr>
        <p:spPr>
          <a:xfrm>
            <a:off x="12321702" y="5052467"/>
            <a:ext cx="307976" cy="298736"/>
          </a:xfrm>
          <a:prstGeom prst="rect">
            <a:avLst/>
          </a:prstGeom>
          <a:solidFill>
            <a:srgbClr val="2FE0FF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48" name="矩形 15"/>
          <p:cNvSpPr/>
          <p:nvPr/>
        </p:nvSpPr>
        <p:spPr>
          <a:xfrm>
            <a:off x="12323199" y="2801697"/>
            <a:ext cx="307976" cy="304132"/>
          </a:xfrm>
          <a:prstGeom prst="rect">
            <a:avLst/>
          </a:prstGeom>
          <a:solidFill>
            <a:srgbClr val="FF6E17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49" name="矩形 16"/>
          <p:cNvSpPr/>
          <p:nvPr/>
        </p:nvSpPr>
        <p:spPr>
          <a:xfrm>
            <a:off x="12323198" y="3560226"/>
            <a:ext cx="307976" cy="300078"/>
          </a:xfrm>
          <a:prstGeom prst="rect">
            <a:avLst/>
          </a:prstGeom>
          <a:solidFill>
            <a:srgbClr val="E53935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50" name="Rounded Rectangle 22"/>
          <p:cNvSpPr/>
          <p:nvPr/>
        </p:nvSpPr>
        <p:spPr>
          <a:xfrm>
            <a:off x="12707080" y="5803365"/>
            <a:ext cx="307976" cy="306071"/>
          </a:xfrm>
          <a:prstGeom prst="rect">
            <a:avLst/>
          </a:prstGeom>
          <a:solidFill>
            <a:srgbClr val="1B327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1" name="Rounded Rectangle 22"/>
          <p:cNvSpPr/>
          <p:nvPr/>
        </p:nvSpPr>
        <p:spPr>
          <a:xfrm>
            <a:off x="12705584" y="4671210"/>
            <a:ext cx="307976" cy="306072"/>
          </a:xfrm>
          <a:prstGeom prst="rect">
            <a:avLst/>
          </a:prstGeom>
          <a:solidFill>
            <a:srgbClr val="2C88B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2" name="Rounded Rectangle 22"/>
          <p:cNvSpPr/>
          <p:nvPr/>
        </p:nvSpPr>
        <p:spPr>
          <a:xfrm>
            <a:off x="12321702" y="4671731"/>
            <a:ext cx="307976" cy="306071"/>
          </a:xfrm>
          <a:prstGeom prst="rect">
            <a:avLst/>
          </a:prstGeom>
          <a:solidFill>
            <a:srgbClr val="3B7DD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3" name="文本框 17"/>
          <p:cNvSpPr txBox="1"/>
          <p:nvPr/>
        </p:nvSpPr>
        <p:spPr>
          <a:xfrm>
            <a:off x="13206730" y="998219"/>
            <a:ext cx="836296" cy="3073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辅助文字</a:t>
            </a:r>
          </a:p>
        </p:txBody>
      </p:sp>
      <p:sp>
        <p:nvSpPr>
          <p:cNvPr id="1254" name="文本框 20"/>
          <p:cNvSpPr txBox="1"/>
          <p:nvPr/>
        </p:nvSpPr>
        <p:spPr>
          <a:xfrm>
            <a:off x="12785911" y="-368321"/>
            <a:ext cx="455296" cy="5232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白色背景</a:t>
            </a:r>
          </a:p>
        </p:txBody>
      </p:sp>
      <p:sp>
        <p:nvSpPr>
          <p:cNvPr id="1255" name="Rounded Rectangle 22"/>
          <p:cNvSpPr/>
          <p:nvPr/>
        </p:nvSpPr>
        <p:spPr>
          <a:xfrm>
            <a:off x="409114" y="6909434"/>
            <a:ext cx="307976" cy="306071"/>
          </a:xfrm>
          <a:prstGeom prst="rect">
            <a:avLst/>
          </a:prstGeom>
          <a:solidFill>
            <a:srgbClr val="F54D6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6" name="Rounded Rectangle 22"/>
          <p:cNvSpPr/>
          <p:nvPr/>
        </p:nvSpPr>
        <p:spPr>
          <a:xfrm>
            <a:off x="0" y="6909434"/>
            <a:ext cx="307975" cy="306071"/>
          </a:xfrm>
          <a:prstGeom prst="rect">
            <a:avLst/>
          </a:prstGeom>
          <a:solidFill>
            <a:srgbClr val="F889A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7" name="Rounded Rectangle 22"/>
          <p:cNvSpPr/>
          <p:nvPr/>
        </p:nvSpPr>
        <p:spPr>
          <a:xfrm>
            <a:off x="1227345" y="6909434"/>
            <a:ext cx="307976" cy="306071"/>
          </a:xfrm>
          <a:prstGeom prst="rect">
            <a:avLst/>
          </a:prstGeom>
          <a:solidFill>
            <a:srgbClr val="F8A21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8" name="Rounded Rectangle 22"/>
          <p:cNvSpPr/>
          <p:nvPr/>
        </p:nvSpPr>
        <p:spPr>
          <a:xfrm>
            <a:off x="1636459" y="6909434"/>
            <a:ext cx="307976" cy="306071"/>
          </a:xfrm>
          <a:prstGeom prst="rect">
            <a:avLst/>
          </a:prstGeom>
          <a:solidFill>
            <a:srgbClr val="E3AB4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9" name="Rounded Rectangle 22"/>
          <p:cNvSpPr/>
          <p:nvPr/>
        </p:nvSpPr>
        <p:spPr>
          <a:xfrm>
            <a:off x="2454690" y="6909434"/>
            <a:ext cx="307976" cy="306071"/>
          </a:xfrm>
          <a:prstGeom prst="rect">
            <a:avLst/>
          </a:prstGeom>
          <a:solidFill>
            <a:srgbClr val="EBD86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0" name="Rounded Rectangle 22"/>
          <p:cNvSpPr/>
          <p:nvPr/>
        </p:nvSpPr>
        <p:spPr>
          <a:xfrm>
            <a:off x="2863805" y="6909434"/>
            <a:ext cx="307976" cy="306071"/>
          </a:xfrm>
          <a:prstGeom prst="rect">
            <a:avLst/>
          </a:prstGeom>
          <a:solidFill>
            <a:srgbClr val="53E0B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1" name="Rounded Rectangle 22"/>
          <p:cNvSpPr/>
          <p:nvPr/>
        </p:nvSpPr>
        <p:spPr>
          <a:xfrm>
            <a:off x="3272919" y="6909434"/>
            <a:ext cx="307976" cy="306071"/>
          </a:xfrm>
          <a:prstGeom prst="rect">
            <a:avLst/>
          </a:prstGeom>
          <a:solidFill>
            <a:srgbClr val="3EC2A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2" name="Rounded Rectangle 22"/>
          <p:cNvSpPr/>
          <p:nvPr/>
        </p:nvSpPr>
        <p:spPr>
          <a:xfrm>
            <a:off x="4909380" y="6909434"/>
            <a:ext cx="307976" cy="306071"/>
          </a:xfrm>
          <a:prstGeom prst="rect">
            <a:avLst/>
          </a:prstGeom>
          <a:solidFill>
            <a:srgbClr val="46D0F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3" name="Rounded Rectangle 22"/>
          <p:cNvSpPr/>
          <p:nvPr/>
        </p:nvSpPr>
        <p:spPr>
          <a:xfrm>
            <a:off x="5318495" y="6909434"/>
            <a:ext cx="307976" cy="306071"/>
          </a:xfrm>
          <a:prstGeom prst="rect">
            <a:avLst/>
          </a:prstGeom>
          <a:solidFill>
            <a:srgbClr val="2B5EC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4" name="Rounded Rectangle 22"/>
          <p:cNvSpPr/>
          <p:nvPr/>
        </p:nvSpPr>
        <p:spPr>
          <a:xfrm>
            <a:off x="5727610" y="6909434"/>
            <a:ext cx="307976" cy="306071"/>
          </a:xfrm>
          <a:prstGeom prst="rect">
            <a:avLst/>
          </a:prstGeom>
          <a:solidFill>
            <a:srgbClr val="225FD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5" name="Rounded Rectangle 22"/>
          <p:cNvSpPr/>
          <p:nvPr/>
        </p:nvSpPr>
        <p:spPr>
          <a:xfrm>
            <a:off x="6545839" y="6909434"/>
            <a:ext cx="307976" cy="306071"/>
          </a:xfrm>
          <a:prstGeom prst="rect">
            <a:avLst/>
          </a:prstGeom>
          <a:solidFill>
            <a:srgbClr val="5E7AF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6" name="Rounded Rectangle 22"/>
          <p:cNvSpPr/>
          <p:nvPr/>
        </p:nvSpPr>
        <p:spPr>
          <a:xfrm>
            <a:off x="6954955" y="6909434"/>
            <a:ext cx="307976" cy="306071"/>
          </a:xfrm>
          <a:prstGeom prst="rect">
            <a:avLst/>
          </a:prstGeom>
          <a:solidFill>
            <a:srgbClr val="8F7FE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7" name="Rounded Rectangle 21"/>
          <p:cNvSpPr/>
          <p:nvPr/>
        </p:nvSpPr>
        <p:spPr>
          <a:xfrm>
            <a:off x="7364063" y="6909434"/>
            <a:ext cx="307975" cy="306071"/>
          </a:xfrm>
          <a:prstGeom prst="rect">
            <a:avLst/>
          </a:prstGeom>
          <a:solidFill>
            <a:srgbClr val="5F4FB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8" name="矩形 44"/>
          <p:cNvSpPr/>
          <p:nvPr/>
        </p:nvSpPr>
        <p:spPr>
          <a:xfrm>
            <a:off x="4500264" y="6909434"/>
            <a:ext cx="307976" cy="298736"/>
          </a:xfrm>
          <a:prstGeom prst="rect">
            <a:avLst/>
          </a:prstGeom>
          <a:solidFill>
            <a:srgbClr val="2FE0FF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69" name="矩形 45"/>
          <p:cNvSpPr/>
          <p:nvPr/>
        </p:nvSpPr>
        <p:spPr>
          <a:xfrm>
            <a:off x="818229" y="6909434"/>
            <a:ext cx="307976" cy="304132"/>
          </a:xfrm>
          <a:prstGeom prst="rect">
            <a:avLst/>
          </a:prstGeom>
          <a:solidFill>
            <a:srgbClr val="FF6E17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70" name="矩形 46"/>
          <p:cNvSpPr/>
          <p:nvPr/>
        </p:nvSpPr>
        <p:spPr>
          <a:xfrm>
            <a:off x="2045574" y="6909434"/>
            <a:ext cx="307976" cy="300078"/>
          </a:xfrm>
          <a:prstGeom prst="rect">
            <a:avLst/>
          </a:prstGeom>
          <a:solidFill>
            <a:srgbClr val="E53935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71" name="Rounded Rectangle 22"/>
          <p:cNvSpPr/>
          <p:nvPr/>
        </p:nvSpPr>
        <p:spPr>
          <a:xfrm>
            <a:off x="6136725" y="6909434"/>
            <a:ext cx="307976" cy="306071"/>
          </a:xfrm>
          <a:prstGeom prst="rect">
            <a:avLst/>
          </a:prstGeom>
          <a:solidFill>
            <a:srgbClr val="1B327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72" name="Rounded Rectangle 22"/>
          <p:cNvSpPr/>
          <p:nvPr/>
        </p:nvSpPr>
        <p:spPr>
          <a:xfrm>
            <a:off x="4091149" y="6909434"/>
            <a:ext cx="307976" cy="306071"/>
          </a:xfrm>
          <a:prstGeom prst="rect">
            <a:avLst/>
          </a:prstGeom>
          <a:solidFill>
            <a:srgbClr val="2C88B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73" name="Rounded Rectangle 22"/>
          <p:cNvSpPr/>
          <p:nvPr/>
        </p:nvSpPr>
        <p:spPr>
          <a:xfrm>
            <a:off x="3682034" y="6909434"/>
            <a:ext cx="307976" cy="306071"/>
          </a:xfrm>
          <a:prstGeom prst="rect">
            <a:avLst/>
          </a:prstGeom>
          <a:solidFill>
            <a:srgbClr val="3B7DD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grpSp>
        <p:nvGrpSpPr>
          <p:cNvPr id="1278" name="圆柱形 24"/>
          <p:cNvGrpSpPr/>
          <p:nvPr/>
        </p:nvGrpSpPr>
        <p:grpSpPr>
          <a:xfrm>
            <a:off x="-10160" y="7511415"/>
            <a:ext cx="1136651" cy="294641"/>
            <a:chOff x="0" y="0"/>
            <a:chExt cx="1136650" cy="294640"/>
          </a:xfrm>
        </p:grpSpPr>
        <p:grpSp>
          <p:nvGrpSpPr>
            <p:cNvPr id="1276" name="成组"/>
            <p:cNvGrpSpPr/>
            <p:nvPr/>
          </p:nvGrpSpPr>
          <p:grpSpPr>
            <a:xfrm>
              <a:off x="0" y="-1"/>
              <a:ext cx="1136651" cy="294642"/>
              <a:chOff x="0" y="0"/>
              <a:chExt cx="1136650" cy="294640"/>
            </a:xfrm>
          </p:grpSpPr>
          <p:sp>
            <p:nvSpPr>
              <p:cNvPr id="1274" name="形状"/>
              <p:cNvSpPr/>
              <p:nvPr/>
            </p:nvSpPr>
            <p:spPr>
              <a:xfrm rot="5400000">
                <a:off x="421005" y="-421006"/>
                <a:ext cx="294641" cy="11366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286"/>
                    </a:moveTo>
                    <a:cubicBezTo>
                      <a:pt x="0" y="576"/>
                      <a:pt x="4835" y="0"/>
                      <a:pt x="10800" y="0"/>
                    </a:cubicBezTo>
                    <a:cubicBezTo>
                      <a:pt x="16765" y="0"/>
                      <a:pt x="21600" y="576"/>
                      <a:pt x="21600" y="1286"/>
                    </a:cubicBezTo>
                    <a:lnTo>
                      <a:pt x="21600" y="20314"/>
                    </a:lnTo>
                    <a:cubicBezTo>
                      <a:pt x="21600" y="21024"/>
                      <a:pt x="16765" y="21600"/>
                      <a:pt x="10800" y="21600"/>
                    </a:cubicBezTo>
                    <a:cubicBezTo>
                      <a:pt x="4835" y="21600"/>
                      <a:pt x="0" y="21024"/>
                      <a:pt x="0" y="203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300"/>
                </a:pPr>
                <a:endParaRPr/>
              </a:p>
            </p:txBody>
          </p:sp>
          <p:sp>
            <p:nvSpPr>
              <p:cNvPr id="1275" name="椭圆形"/>
              <p:cNvSpPr/>
              <p:nvPr/>
            </p:nvSpPr>
            <p:spPr>
              <a:xfrm rot="5400000">
                <a:off x="921647" y="79637"/>
                <a:ext cx="294641" cy="135367"/>
              </a:xfrm>
              <a:prstGeom prst="ellipse">
                <a:avLst/>
              </a:prstGeom>
              <a:solidFill>
                <a:srgbClr val="FFFFFF">
                  <a:alpha val="4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300"/>
                </a:pPr>
                <a:endParaRPr/>
              </a:p>
            </p:txBody>
          </p:sp>
        </p:grpSp>
        <p:sp>
          <p:nvSpPr>
            <p:cNvPr id="1277" name="AMI相关"/>
            <p:cNvSpPr txBox="1"/>
            <p:nvPr/>
          </p:nvSpPr>
          <p:spPr>
            <a:xfrm>
              <a:off x="67682" y="20320"/>
              <a:ext cx="933603" cy="254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14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pPr>
              <a:r>
                <a:t>AMI相关</a:t>
              </a:r>
            </a:p>
          </p:txBody>
        </p:sp>
      </p:grpSp>
      <p:grpSp>
        <p:nvGrpSpPr>
          <p:cNvPr id="1281" name="矩形: 圆角 71"/>
          <p:cNvGrpSpPr/>
          <p:nvPr/>
        </p:nvGrpSpPr>
        <p:grpSpPr>
          <a:xfrm>
            <a:off x="7771765" y="7512050"/>
            <a:ext cx="1136651" cy="348616"/>
            <a:chOff x="0" y="0"/>
            <a:chExt cx="1136650" cy="348615"/>
          </a:xfrm>
        </p:grpSpPr>
        <p:sp>
          <p:nvSpPr>
            <p:cNvPr id="1279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69"/>
              </a:avLst>
            </a:prstGeom>
            <a:solidFill>
              <a:srgbClr val="907FE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80" name="周边系统"/>
            <p:cNvSpPr txBox="1"/>
            <p:nvPr/>
          </p:nvSpPr>
          <p:spPr>
            <a:xfrm>
              <a:off x="10484" y="66357"/>
              <a:ext cx="1115682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周边系统</a:t>
              </a:r>
            </a:p>
          </p:txBody>
        </p:sp>
      </p:grpSp>
      <p:grpSp>
        <p:nvGrpSpPr>
          <p:cNvPr id="1284" name="矩形: 圆角 71"/>
          <p:cNvGrpSpPr/>
          <p:nvPr/>
        </p:nvGrpSpPr>
        <p:grpSpPr>
          <a:xfrm>
            <a:off x="9111615" y="7512050"/>
            <a:ext cx="1136651" cy="348616"/>
            <a:chOff x="0" y="0"/>
            <a:chExt cx="1136650" cy="348615"/>
          </a:xfrm>
        </p:grpSpPr>
        <p:sp>
          <p:nvSpPr>
            <p:cNvPr id="1282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70"/>
              </a:avLst>
            </a:prstGeom>
            <a:solidFill>
              <a:srgbClr val="225FD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83" name="周边系统"/>
            <p:cNvSpPr txBox="1"/>
            <p:nvPr/>
          </p:nvSpPr>
          <p:spPr>
            <a:xfrm>
              <a:off x="10485" y="66357"/>
              <a:ext cx="1115680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周边系统</a:t>
              </a:r>
            </a:p>
          </p:txBody>
        </p:sp>
      </p:grpSp>
      <p:grpSp>
        <p:nvGrpSpPr>
          <p:cNvPr id="1287" name="矩形: 圆角 71"/>
          <p:cNvGrpSpPr/>
          <p:nvPr/>
        </p:nvGrpSpPr>
        <p:grpSpPr>
          <a:xfrm>
            <a:off x="1233169" y="7511415"/>
            <a:ext cx="1136651" cy="348616"/>
            <a:chOff x="0" y="0"/>
            <a:chExt cx="1136650" cy="348615"/>
          </a:xfrm>
        </p:grpSpPr>
        <p:sp>
          <p:nvSpPr>
            <p:cNvPr id="1285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69"/>
              </a:avLst>
            </a:prstGeom>
            <a:solidFill>
              <a:srgbClr val="1B327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86" name="系统边界"/>
            <p:cNvSpPr txBox="1"/>
            <p:nvPr/>
          </p:nvSpPr>
          <p:spPr>
            <a:xfrm>
              <a:off x="10484" y="66357"/>
              <a:ext cx="1115682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系统边界</a:t>
              </a:r>
            </a:p>
          </p:txBody>
        </p:sp>
      </p:grpSp>
      <p:grpSp>
        <p:nvGrpSpPr>
          <p:cNvPr id="1290" name="矩形: 圆角 71"/>
          <p:cNvGrpSpPr/>
          <p:nvPr/>
        </p:nvGrpSpPr>
        <p:grpSpPr>
          <a:xfrm>
            <a:off x="2545079" y="7511415"/>
            <a:ext cx="1136651" cy="348616"/>
            <a:chOff x="0" y="0"/>
            <a:chExt cx="1136650" cy="348615"/>
          </a:xfrm>
        </p:grpSpPr>
        <p:sp>
          <p:nvSpPr>
            <p:cNvPr id="1288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69"/>
              </a:avLst>
            </a:prstGeom>
            <a:solidFill>
              <a:srgbClr val="225FD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89" name="内部大类"/>
            <p:cNvSpPr txBox="1"/>
            <p:nvPr/>
          </p:nvSpPr>
          <p:spPr>
            <a:xfrm>
              <a:off x="10484" y="66357"/>
              <a:ext cx="1115682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内部大类</a:t>
              </a:r>
            </a:p>
          </p:txBody>
        </p:sp>
      </p:grpSp>
      <p:grpSp>
        <p:nvGrpSpPr>
          <p:cNvPr id="1293" name="矩形: 圆角 71"/>
          <p:cNvGrpSpPr/>
          <p:nvPr/>
        </p:nvGrpSpPr>
        <p:grpSpPr>
          <a:xfrm>
            <a:off x="3772534" y="7511415"/>
            <a:ext cx="1136651" cy="348616"/>
            <a:chOff x="0" y="0"/>
            <a:chExt cx="1136650" cy="348615"/>
          </a:xfrm>
        </p:grpSpPr>
        <p:sp>
          <p:nvSpPr>
            <p:cNvPr id="1291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69"/>
              </a:avLst>
            </a:prstGeom>
            <a:solidFill>
              <a:srgbClr val="2B5EC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92" name="模块/组件"/>
            <p:cNvSpPr txBox="1"/>
            <p:nvPr/>
          </p:nvSpPr>
          <p:spPr>
            <a:xfrm>
              <a:off x="10484" y="66357"/>
              <a:ext cx="1115682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pPr>
              <a:r>
                <a:t>模块/组件</a:t>
              </a:r>
            </a:p>
          </p:txBody>
        </p:sp>
      </p:grpSp>
      <p:grpSp>
        <p:nvGrpSpPr>
          <p:cNvPr id="1296" name="矩形: 圆角 71"/>
          <p:cNvGrpSpPr/>
          <p:nvPr/>
        </p:nvGrpSpPr>
        <p:grpSpPr>
          <a:xfrm>
            <a:off x="10381615" y="7510780"/>
            <a:ext cx="1136651" cy="348616"/>
            <a:chOff x="0" y="0"/>
            <a:chExt cx="1136650" cy="348615"/>
          </a:xfrm>
        </p:grpSpPr>
        <p:sp>
          <p:nvSpPr>
            <p:cNvPr id="1294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70"/>
              </a:avLst>
            </a:prstGeom>
            <a:solidFill>
              <a:srgbClr val="73839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95" name="外部系统"/>
            <p:cNvSpPr txBox="1"/>
            <p:nvPr/>
          </p:nvSpPr>
          <p:spPr>
            <a:xfrm>
              <a:off x="10485" y="66357"/>
              <a:ext cx="1115680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外部系统</a:t>
              </a:r>
            </a:p>
          </p:txBody>
        </p:sp>
      </p:grpSp>
      <p:sp>
        <p:nvSpPr>
          <p:cNvPr id="1297" name="上箭头 52"/>
          <p:cNvSpPr/>
          <p:nvPr/>
        </p:nvSpPr>
        <p:spPr>
          <a:xfrm rot="5400000">
            <a:off x="5931534" y="7519034"/>
            <a:ext cx="248921" cy="3644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1297"/>
                </a:moveTo>
                <a:lnTo>
                  <a:pt x="10800" y="0"/>
                </a:lnTo>
                <a:lnTo>
                  <a:pt x="21600" y="11297"/>
                </a:lnTo>
                <a:lnTo>
                  <a:pt x="15243" y="11297"/>
                </a:lnTo>
                <a:lnTo>
                  <a:pt x="15243" y="21600"/>
                </a:lnTo>
                <a:lnTo>
                  <a:pt x="6357" y="21600"/>
                </a:lnTo>
                <a:lnTo>
                  <a:pt x="6357" y="11297"/>
                </a:lnTo>
                <a:close/>
              </a:path>
            </a:pathLst>
          </a:custGeom>
          <a:solidFill>
            <a:srgbClr val="2FE0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98" name="文本框 53"/>
          <p:cNvSpPr txBox="1"/>
          <p:nvPr/>
        </p:nvSpPr>
        <p:spPr>
          <a:xfrm>
            <a:off x="5028565" y="7547609"/>
            <a:ext cx="824231" cy="3073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 spc="100">
                <a:solidFill>
                  <a:srgbClr val="FFFFFF"/>
                </a:solidFill>
                <a:effectLst>
                  <a:outerShdw blurRad="50800" dist="38100" dir="2700000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内部连接</a:t>
            </a:r>
          </a:p>
        </p:txBody>
      </p:sp>
      <p:sp>
        <p:nvSpPr>
          <p:cNvPr id="1299" name="上箭头 128"/>
          <p:cNvSpPr/>
          <p:nvPr/>
        </p:nvSpPr>
        <p:spPr>
          <a:xfrm rot="5400000">
            <a:off x="7377430" y="7503794"/>
            <a:ext cx="276861" cy="3644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2565"/>
                </a:moveTo>
                <a:lnTo>
                  <a:pt x="10800" y="0"/>
                </a:lnTo>
                <a:lnTo>
                  <a:pt x="21600" y="12565"/>
                </a:lnTo>
                <a:lnTo>
                  <a:pt x="15243" y="12565"/>
                </a:lnTo>
                <a:lnTo>
                  <a:pt x="15243" y="21600"/>
                </a:lnTo>
                <a:lnTo>
                  <a:pt x="6357" y="21600"/>
                </a:lnTo>
                <a:lnTo>
                  <a:pt x="6357" y="12565"/>
                </a:lnTo>
                <a:close/>
              </a:path>
            </a:pathLst>
          </a:custGeom>
          <a:solidFill>
            <a:srgbClr val="3D5A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>
                    <a:alpha val="50000"/>
                  </a:srgbClr>
                </a:solidFill>
                <a:effectLst>
                  <a:outerShdw blurRad="50800" dist="38100" dir="2700000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300" name="文本框 55"/>
          <p:cNvSpPr txBox="1"/>
          <p:nvPr/>
        </p:nvSpPr>
        <p:spPr>
          <a:xfrm>
            <a:off x="6488429" y="7546975"/>
            <a:ext cx="824231" cy="30734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 spc="100">
                <a:solidFill>
                  <a:srgbClr val="FFFFFF"/>
                </a:solidFill>
                <a:effectLst>
                  <a:outerShdw blurRad="50800" dist="38100" dir="2700000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外部连接</a:t>
            </a:r>
          </a:p>
        </p:txBody>
      </p:sp>
      <p:pic>
        <p:nvPicPr>
          <p:cNvPr id="1301" name="图片 6" descr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302" name="图片 2" descr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9430" y="321309"/>
            <a:ext cx="1155066" cy="243173"/>
          </a:xfrm>
          <a:prstGeom prst="rect">
            <a:avLst/>
          </a:prstGeom>
          <a:ln w="12700">
            <a:miter lim="400000"/>
            <a:headEnd/>
            <a:tailEnd/>
          </a:ln>
          <a:effectLst>
            <a:outerShdw blurRad="50800" dist="12700" dir="2700000" rotWithShape="0">
              <a:srgbClr val="000000">
                <a:alpha val="40000"/>
              </a:srgbClr>
            </a:outerShdw>
          </a:effectLst>
        </p:spPr>
      </p:pic>
      <p:sp>
        <p:nvSpPr>
          <p:cNvPr id="130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1612350"/>
      </p:ext>
    </p:extLst>
  </p:cSld>
  <p:clrMapOvr>
    <a:masterClrMapping/>
  </p:clrMapOvr>
  <p:transition spd="med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2_无标题_纯色内页-右上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Rounded Rectangle 22"/>
          <p:cNvSpPr/>
          <p:nvPr/>
        </p:nvSpPr>
        <p:spPr>
          <a:xfrm>
            <a:off x="12323199" y="138429"/>
            <a:ext cx="307976" cy="306071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25" name="文本框 39"/>
          <p:cNvSpPr txBox="1"/>
          <p:nvPr/>
        </p:nvSpPr>
        <p:spPr>
          <a:xfrm>
            <a:off x="13206730" y="138429"/>
            <a:ext cx="836296" cy="3073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标题文字</a:t>
            </a:r>
          </a:p>
        </p:txBody>
      </p:sp>
      <p:sp>
        <p:nvSpPr>
          <p:cNvPr id="1226" name="文本框 75"/>
          <p:cNvSpPr txBox="1"/>
          <p:nvPr/>
        </p:nvSpPr>
        <p:spPr>
          <a:xfrm>
            <a:off x="12270104" y="-368321"/>
            <a:ext cx="455296" cy="5232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深色背景</a:t>
            </a:r>
          </a:p>
        </p:txBody>
      </p:sp>
      <p:sp>
        <p:nvSpPr>
          <p:cNvPr id="1227" name="Rounded Rectangle 22"/>
          <p:cNvSpPr/>
          <p:nvPr/>
        </p:nvSpPr>
        <p:spPr>
          <a:xfrm>
            <a:off x="12837159" y="138429"/>
            <a:ext cx="307976" cy="306071"/>
          </a:xfrm>
          <a:prstGeom prst="rect">
            <a:avLst/>
          </a:prstGeom>
          <a:solidFill>
            <a:srgbClr val="28376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28" name="Rounded Rectangle 22"/>
          <p:cNvSpPr/>
          <p:nvPr/>
        </p:nvSpPr>
        <p:spPr>
          <a:xfrm>
            <a:off x="12323199" y="568325"/>
            <a:ext cx="307976" cy="306071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29" name="Rounded Rectangle 22"/>
          <p:cNvSpPr/>
          <p:nvPr/>
        </p:nvSpPr>
        <p:spPr>
          <a:xfrm>
            <a:off x="12837159" y="568325"/>
            <a:ext cx="307976" cy="306071"/>
          </a:xfrm>
          <a:prstGeom prst="rect">
            <a:avLst/>
          </a:prstGeom>
          <a:solidFill>
            <a:srgbClr val="41507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0" name="文本框 79"/>
          <p:cNvSpPr txBox="1"/>
          <p:nvPr/>
        </p:nvSpPr>
        <p:spPr>
          <a:xfrm>
            <a:off x="13206730" y="583565"/>
            <a:ext cx="836296" cy="3073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正文文字</a:t>
            </a:r>
          </a:p>
        </p:txBody>
      </p:sp>
      <p:sp>
        <p:nvSpPr>
          <p:cNvPr id="1231" name="Rounded Rectangle 22"/>
          <p:cNvSpPr/>
          <p:nvPr/>
        </p:nvSpPr>
        <p:spPr>
          <a:xfrm>
            <a:off x="12323199" y="998219"/>
            <a:ext cx="307976" cy="306071"/>
          </a:xfrm>
          <a:prstGeom prst="rect">
            <a:avLst/>
          </a:prstGeom>
          <a:solidFill>
            <a:srgbClr val="D9D9D9"/>
          </a:solidFill>
          <a:ln w="6350">
            <a:solidFill>
              <a:srgbClr val="59595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2" name="Rounded Rectangle 22"/>
          <p:cNvSpPr/>
          <p:nvPr/>
        </p:nvSpPr>
        <p:spPr>
          <a:xfrm>
            <a:off x="12837159" y="998219"/>
            <a:ext cx="307976" cy="306071"/>
          </a:xfrm>
          <a:prstGeom prst="rect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3" name="Rounded Rectangle 22"/>
          <p:cNvSpPr/>
          <p:nvPr/>
        </p:nvSpPr>
        <p:spPr>
          <a:xfrm>
            <a:off x="12323199" y="2434845"/>
            <a:ext cx="307976" cy="306071"/>
          </a:xfrm>
          <a:prstGeom prst="rect">
            <a:avLst/>
          </a:prstGeom>
          <a:solidFill>
            <a:srgbClr val="F54D6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4" name="Rounded Rectangle 22"/>
          <p:cNvSpPr/>
          <p:nvPr/>
        </p:nvSpPr>
        <p:spPr>
          <a:xfrm>
            <a:off x="12323199" y="2060566"/>
            <a:ext cx="307976" cy="306071"/>
          </a:xfrm>
          <a:prstGeom prst="rect">
            <a:avLst/>
          </a:prstGeom>
          <a:solidFill>
            <a:srgbClr val="F889A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5" name="Rounded Rectangle 22"/>
          <p:cNvSpPr/>
          <p:nvPr/>
        </p:nvSpPr>
        <p:spPr>
          <a:xfrm>
            <a:off x="12323199" y="3183406"/>
            <a:ext cx="307976" cy="306071"/>
          </a:xfrm>
          <a:prstGeom prst="rect">
            <a:avLst/>
          </a:prstGeom>
          <a:solidFill>
            <a:srgbClr val="F8A21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6" name="Rounded Rectangle 22"/>
          <p:cNvSpPr/>
          <p:nvPr/>
        </p:nvSpPr>
        <p:spPr>
          <a:xfrm>
            <a:off x="12707078" y="3183406"/>
            <a:ext cx="307976" cy="306071"/>
          </a:xfrm>
          <a:prstGeom prst="rect">
            <a:avLst/>
          </a:prstGeom>
          <a:solidFill>
            <a:srgbClr val="E3AB4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7" name="Rounded Rectangle 22"/>
          <p:cNvSpPr/>
          <p:nvPr/>
        </p:nvSpPr>
        <p:spPr>
          <a:xfrm>
            <a:off x="12707078" y="3554233"/>
            <a:ext cx="307976" cy="306071"/>
          </a:xfrm>
          <a:prstGeom prst="rect">
            <a:avLst/>
          </a:prstGeom>
          <a:solidFill>
            <a:srgbClr val="EBD86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8" name="Rounded Rectangle 22"/>
          <p:cNvSpPr/>
          <p:nvPr/>
        </p:nvSpPr>
        <p:spPr>
          <a:xfrm>
            <a:off x="12323199" y="3931965"/>
            <a:ext cx="307976" cy="306071"/>
          </a:xfrm>
          <a:prstGeom prst="rect">
            <a:avLst/>
          </a:prstGeom>
          <a:solidFill>
            <a:srgbClr val="53E0B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9" name="Rounded Rectangle 22"/>
          <p:cNvSpPr/>
          <p:nvPr/>
        </p:nvSpPr>
        <p:spPr>
          <a:xfrm>
            <a:off x="12323199" y="4306246"/>
            <a:ext cx="307976" cy="306071"/>
          </a:xfrm>
          <a:prstGeom prst="rect">
            <a:avLst/>
          </a:prstGeom>
          <a:solidFill>
            <a:srgbClr val="3EC2A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0" name="Rounded Rectangle 22"/>
          <p:cNvSpPr/>
          <p:nvPr/>
        </p:nvSpPr>
        <p:spPr>
          <a:xfrm>
            <a:off x="12710662" y="5047748"/>
            <a:ext cx="307976" cy="306071"/>
          </a:xfrm>
          <a:prstGeom prst="rect">
            <a:avLst/>
          </a:prstGeom>
          <a:solidFill>
            <a:srgbClr val="46D0F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1" name="Rounded Rectangle 22"/>
          <p:cNvSpPr/>
          <p:nvPr/>
        </p:nvSpPr>
        <p:spPr>
          <a:xfrm>
            <a:off x="12323199" y="5429086"/>
            <a:ext cx="307976" cy="306071"/>
          </a:xfrm>
          <a:prstGeom prst="rect">
            <a:avLst/>
          </a:prstGeom>
          <a:solidFill>
            <a:srgbClr val="2B5EC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2" name="Rounded Rectangle 22"/>
          <p:cNvSpPr/>
          <p:nvPr/>
        </p:nvSpPr>
        <p:spPr>
          <a:xfrm>
            <a:off x="12323199" y="5803365"/>
            <a:ext cx="307976" cy="306071"/>
          </a:xfrm>
          <a:prstGeom prst="rect">
            <a:avLst/>
          </a:prstGeom>
          <a:solidFill>
            <a:srgbClr val="225FD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3" name="Rounded Rectangle 22"/>
          <p:cNvSpPr/>
          <p:nvPr/>
        </p:nvSpPr>
        <p:spPr>
          <a:xfrm>
            <a:off x="12323199" y="6177646"/>
            <a:ext cx="307976" cy="306071"/>
          </a:xfrm>
          <a:prstGeom prst="rect">
            <a:avLst/>
          </a:prstGeom>
          <a:solidFill>
            <a:srgbClr val="5E7AF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4" name="Rounded Rectangle 22"/>
          <p:cNvSpPr/>
          <p:nvPr/>
        </p:nvSpPr>
        <p:spPr>
          <a:xfrm>
            <a:off x="12323199" y="6551930"/>
            <a:ext cx="307976" cy="306071"/>
          </a:xfrm>
          <a:prstGeom prst="rect">
            <a:avLst/>
          </a:prstGeom>
          <a:solidFill>
            <a:srgbClr val="8F7FE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5" name="文本框 3"/>
          <p:cNvSpPr txBox="1"/>
          <p:nvPr/>
        </p:nvSpPr>
        <p:spPr>
          <a:xfrm>
            <a:off x="11861564" y="9008232"/>
            <a:ext cx="1480655" cy="5232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r>
              <a:t>在这占位</a:t>
            </a:r>
          </a:p>
          <a:p>
            <a: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r>
              <a:t>防止轻易跨页滚动</a:t>
            </a:r>
          </a:p>
        </p:txBody>
      </p:sp>
      <p:sp>
        <p:nvSpPr>
          <p:cNvPr id="1246" name="Rounded Rectangle 21"/>
          <p:cNvSpPr/>
          <p:nvPr/>
        </p:nvSpPr>
        <p:spPr>
          <a:xfrm>
            <a:off x="12707083" y="6551930"/>
            <a:ext cx="307975" cy="306071"/>
          </a:xfrm>
          <a:prstGeom prst="rect">
            <a:avLst/>
          </a:prstGeom>
          <a:solidFill>
            <a:srgbClr val="5F4FB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7" name="矩形 12"/>
          <p:cNvSpPr/>
          <p:nvPr/>
        </p:nvSpPr>
        <p:spPr>
          <a:xfrm>
            <a:off x="12321702" y="5052467"/>
            <a:ext cx="307976" cy="298736"/>
          </a:xfrm>
          <a:prstGeom prst="rect">
            <a:avLst/>
          </a:prstGeom>
          <a:solidFill>
            <a:srgbClr val="2FE0FF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48" name="矩形 15"/>
          <p:cNvSpPr/>
          <p:nvPr/>
        </p:nvSpPr>
        <p:spPr>
          <a:xfrm>
            <a:off x="12323199" y="2801697"/>
            <a:ext cx="307976" cy="304132"/>
          </a:xfrm>
          <a:prstGeom prst="rect">
            <a:avLst/>
          </a:prstGeom>
          <a:solidFill>
            <a:srgbClr val="FF6E17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49" name="矩形 16"/>
          <p:cNvSpPr/>
          <p:nvPr/>
        </p:nvSpPr>
        <p:spPr>
          <a:xfrm>
            <a:off x="12323198" y="3560226"/>
            <a:ext cx="307976" cy="300078"/>
          </a:xfrm>
          <a:prstGeom prst="rect">
            <a:avLst/>
          </a:prstGeom>
          <a:solidFill>
            <a:srgbClr val="E53935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50" name="Rounded Rectangle 22"/>
          <p:cNvSpPr/>
          <p:nvPr/>
        </p:nvSpPr>
        <p:spPr>
          <a:xfrm>
            <a:off x="12707080" y="5803365"/>
            <a:ext cx="307976" cy="306071"/>
          </a:xfrm>
          <a:prstGeom prst="rect">
            <a:avLst/>
          </a:prstGeom>
          <a:solidFill>
            <a:srgbClr val="1B327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1" name="Rounded Rectangle 22"/>
          <p:cNvSpPr/>
          <p:nvPr/>
        </p:nvSpPr>
        <p:spPr>
          <a:xfrm>
            <a:off x="12705584" y="4671210"/>
            <a:ext cx="307976" cy="306072"/>
          </a:xfrm>
          <a:prstGeom prst="rect">
            <a:avLst/>
          </a:prstGeom>
          <a:solidFill>
            <a:srgbClr val="2C88B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2" name="Rounded Rectangle 22"/>
          <p:cNvSpPr/>
          <p:nvPr/>
        </p:nvSpPr>
        <p:spPr>
          <a:xfrm>
            <a:off x="12321702" y="4671731"/>
            <a:ext cx="307976" cy="306071"/>
          </a:xfrm>
          <a:prstGeom prst="rect">
            <a:avLst/>
          </a:prstGeom>
          <a:solidFill>
            <a:srgbClr val="3B7DD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3" name="文本框 17"/>
          <p:cNvSpPr txBox="1"/>
          <p:nvPr/>
        </p:nvSpPr>
        <p:spPr>
          <a:xfrm>
            <a:off x="13206730" y="998219"/>
            <a:ext cx="836296" cy="3073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辅助文字</a:t>
            </a:r>
          </a:p>
        </p:txBody>
      </p:sp>
      <p:sp>
        <p:nvSpPr>
          <p:cNvPr id="1254" name="文本框 20"/>
          <p:cNvSpPr txBox="1"/>
          <p:nvPr/>
        </p:nvSpPr>
        <p:spPr>
          <a:xfrm>
            <a:off x="12785911" y="-368321"/>
            <a:ext cx="455296" cy="5232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白色背景</a:t>
            </a:r>
          </a:p>
        </p:txBody>
      </p:sp>
      <p:sp>
        <p:nvSpPr>
          <p:cNvPr id="1255" name="Rounded Rectangle 22"/>
          <p:cNvSpPr/>
          <p:nvPr/>
        </p:nvSpPr>
        <p:spPr>
          <a:xfrm>
            <a:off x="409114" y="6909434"/>
            <a:ext cx="307976" cy="306071"/>
          </a:xfrm>
          <a:prstGeom prst="rect">
            <a:avLst/>
          </a:prstGeom>
          <a:solidFill>
            <a:srgbClr val="F54D6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6" name="Rounded Rectangle 22"/>
          <p:cNvSpPr/>
          <p:nvPr/>
        </p:nvSpPr>
        <p:spPr>
          <a:xfrm>
            <a:off x="0" y="6909434"/>
            <a:ext cx="307975" cy="306071"/>
          </a:xfrm>
          <a:prstGeom prst="rect">
            <a:avLst/>
          </a:prstGeom>
          <a:solidFill>
            <a:srgbClr val="F889A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7" name="Rounded Rectangle 22"/>
          <p:cNvSpPr/>
          <p:nvPr/>
        </p:nvSpPr>
        <p:spPr>
          <a:xfrm>
            <a:off x="1227345" y="6909434"/>
            <a:ext cx="307976" cy="306071"/>
          </a:xfrm>
          <a:prstGeom prst="rect">
            <a:avLst/>
          </a:prstGeom>
          <a:solidFill>
            <a:srgbClr val="F8A21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8" name="Rounded Rectangle 22"/>
          <p:cNvSpPr/>
          <p:nvPr/>
        </p:nvSpPr>
        <p:spPr>
          <a:xfrm>
            <a:off x="1636459" y="6909434"/>
            <a:ext cx="307976" cy="306071"/>
          </a:xfrm>
          <a:prstGeom prst="rect">
            <a:avLst/>
          </a:prstGeom>
          <a:solidFill>
            <a:srgbClr val="E3AB4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9" name="Rounded Rectangle 22"/>
          <p:cNvSpPr/>
          <p:nvPr/>
        </p:nvSpPr>
        <p:spPr>
          <a:xfrm>
            <a:off x="2454690" y="6909434"/>
            <a:ext cx="307976" cy="306071"/>
          </a:xfrm>
          <a:prstGeom prst="rect">
            <a:avLst/>
          </a:prstGeom>
          <a:solidFill>
            <a:srgbClr val="EBD86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0" name="Rounded Rectangle 22"/>
          <p:cNvSpPr/>
          <p:nvPr/>
        </p:nvSpPr>
        <p:spPr>
          <a:xfrm>
            <a:off x="2863805" y="6909434"/>
            <a:ext cx="307976" cy="306071"/>
          </a:xfrm>
          <a:prstGeom prst="rect">
            <a:avLst/>
          </a:prstGeom>
          <a:solidFill>
            <a:srgbClr val="53E0B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1" name="Rounded Rectangle 22"/>
          <p:cNvSpPr/>
          <p:nvPr/>
        </p:nvSpPr>
        <p:spPr>
          <a:xfrm>
            <a:off x="3272919" y="6909434"/>
            <a:ext cx="307976" cy="306071"/>
          </a:xfrm>
          <a:prstGeom prst="rect">
            <a:avLst/>
          </a:prstGeom>
          <a:solidFill>
            <a:srgbClr val="3EC2A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2" name="Rounded Rectangle 22"/>
          <p:cNvSpPr/>
          <p:nvPr/>
        </p:nvSpPr>
        <p:spPr>
          <a:xfrm>
            <a:off x="4909380" y="6909434"/>
            <a:ext cx="307976" cy="306071"/>
          </a:xfrm>
          <a:prstGeom prst="rect">
            <a:avLst/>
          </a:prstGeom>
          <a:solidFill>
            <a:srgbClr val="46D0F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3" name="Rounded Rectangle 22"/>
          <p:cNvSpPr/>
          <p:nvPr/>
        </p:nvSpPr>
        <p:spPr>
          <a:xfrm>
            <a:off x="5318495" y="6909434"/>
            <a:ext cx="307976" cy="306071"/>
          </a:xfrm>
          <a:prstGeom prst="rect">
            <a:avLst/>
          </a:prstGeom>
          <a:solidFill>
            <a:srgbClr val="2B5EC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4" name="Rounded Rectangle 22"/>
          <p:cNvSpPr/>
          <p:nvPr/>
        </p:nvSpPr>
        <p:spPr>
          <a:xfrm>
            <a:off x="5727610" y="6909434"/>
            <a:ext cx="307976" cy="306071"/>
          </a:xfrm>
          <a:prstGeom prst="rect">
            <a:avLst/>
          </a:prstGeom>
          <a:solidFill>
            <a:srgbClr val="225FD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5" name="Rounded Rectangle 22"/>
          <p:cNvSpPr/>
          <p:nvPr/>
        </p:nvSpPr>
        <p:spPr>
          <a:xfrm>
            <a:off x="6545839" y="6909434"/>
            <a:ext cx="307976" cy="306071"/>
          </a:xfrm>
          <a:prstGeom prst="rect">
            <a:avLst/>
          </a:prstGeom>
          <a:solidFill>
            <a:srgbClr val="5E7AF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6" name="Rounded Rectangle 22"/>
          <p:cNvSpPr/>
          <p:nvPr/>
        </p:nvSpPr>
        <p:spPr>
          <a:xfrm>
            <a:off x="6954955" y="6909434"/>
            <a:ext cx="307976" cy="306071"/>
          </a:xfrm>
          <a:prstGeom prst="rect">
            <a:avLst/>
          </a:prstGeom>
          <a:solidFill>
            <a:srgbClr val="8F7FE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7" name="Rounded Rectangle 21"/>
          <p:cNvSpPr/>
          <p:nvPr/>
        </p:nvSpPr>
        <p:spPr>
          <a:xfrm>
            <a:off x="7364063" y="6909434"/>
            <a:ext cx="307975" cy="306071"/>
          </a:xfrm>
          <a:prstGeom prst="rect">
            <a:avLst/>
          </a:prstGeom>
          <a:solidFill>
            <a:srgbClr val="5F4FB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8" name="矩形 44"/>
          <p:cNvSpPr/>
          <p:nvPr/>
        </p:nvSpPr>
        <p:spPr>
          <a:xfrm>
            <a:off x="4500264" y="6909434"/>
            <a:ext cx="307976" cy="298736"/>
          </a:xfrm>
          <a:prstGeom prst="rect">
            <a:avLst/>
          </a:prstGeom>
          <a:solidFill>
            <a:srgbClr val="2FE0FF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69" name="矩形 45"/>
          <p:cNvSpPr/>
          <p:nvPr/>
        </p:nvSpPr>
        <p:spPr>
          <a:xfrm>
            <a:off x="818229" y="6909434"/>
            <a:ext cx="307976" cy="304132"/>
          </a:xfrm>
          <a:prstGeom prst="rect">
            <a:avLst/>
          </a:prstGeom>
          <a:solidFill>
            <a:srgbClr val="FF6E17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70" name="矩形 46"/>
          <p:cNvSpPr/>
          <p:nvPr/>
        </p:nvSpPr>
        <p:spPr>
          <a:xfrm>
            <a:off x="2045574" y="6909434"/>
            <a:ext cx="307976" cy="300078"/>
          </a:xfrm>
          <a:prstGeom prst="rect">
            <a:avLst/>
          </a:prstGeom>
          <a:solidFill>
            <a:srgbClr val="E53935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71" name="Rounded Rectangle 22"/>
          <p:cNvSpPr/>
          <p:nvPr/>
        </p:nvSpPr>
        <p:spPr>
          <a:xfrm>
            <a:off x="6136725" y="6909434"/>
            <a:ext cx="307976" cy="306071"/>
          </a:xfrm>
          <a:prstGeom prst="rect">
            <a:avLst/>
          </a:prstGeom>
          <a:solidFill>
            <a:srgbClr val="1B327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72" name="Rounded Rectangle 22"/>
          <p:cNvSpPr/>
          <p:nvPr/>
        </p:nvSpPr>
        <p:spPr>
          <a:xfrm>
            <a:off x="4091149" y="6909434"/>
            <a:ext cx="307976" cy="306071"/>
          </a:xfrm>
          <a:prstGeom prst="rect">
            <a:avLst/>
          </a:prstGeom>
          <a:solidFill>
            <a:srgbClr val="2C88B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73" name="Rounded Rectangle 22"/>
          <p:cNvSpPr/>
          <p:nvPr/>
        </p:nvSpPr>
        <p:spPr>
          <a:xfrm>
            <a:off x="3682034" y="6909434"/>
            <a:ext cx="307976" cy="306071"/>
          </a:xfrm>
          <a:prstGeom prst="rect">
            <a:avLst/>
          </a:prstGeom>
          <a:solidFill>
            <a:srgbClr val="3B7DD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grpSp>
        <p:nvGrpSpPr>
          <p:cNvPr id="1278" name="圆柱形 24"/>
          <p:cNvGrpSpPr/>
          <p:nvPr/>
        </p:nvGrpSpPr>
        <p:grpSpPr>
          <a:xfrm>
            <a:off x="-10160" y="7511415"/>
            <a:ext cx="1136651" cy="294641"/>
            <a:chOff x="0" y="0"/>
            <a:chExt cx="1136650" cy="294640"/>
          </a:xfrm>
        </p:grpSpPr>
        <p:grpSp>
          <p:nvGrpSpPr>
            <p:cNvPr id="1276" name="成组"/>
            <p:cNvGrpSpPr/>
            <p:nvPr/>
          </p:nvGrpSpPr>
          <p:grpSpPr>
            <a:xfrm>
              <a:off x="0" y="-1"/>
              <a:ext cx="1136651" cy="294642"/>
              <a:chOff x="0" y="0"/>
              <a:chExt cx="1136650" cy="294640"/>
            </a:xfrm>
          </p:grpSpPr>
          <p:sp>
            <p:nvSpPr>
              <p:cNvPr id="1274" name="形状"/>
              <p:cNvSpPr/>
              <p:nvPr/>
            </p:nvSpPr>
            <p:spPr>
              <a:xfrm rot="5400000">
                <a:off x="421005" y="-421006"/>
                <a:ext cx="294641" cy="11366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286"/>
                    </a:moveTo>
                    <a:cubicBezTo>
                      <a:pt x="0" y="576"/>
                      <a:pt x="4835" y="0"/>
                      <a:pt x="10800" y="0"/>
                    </a:cubicBezTo>
                    <a:cubicBezTo>
                      <a:pt x="16765" y="0"/>
                      <a:pt x="21600" y="576"/>
                      <a:pt x="21600" y="1286"/>
                    </a:cubicBezTo>
                    <a:lnTo>
                      <a:pt x="21600" y="20314"/>
                    </a:lnTo>
                    <a:cubicBezTo>
                      <a:pt x="21600" y="21024"/>
                      <a:pt x="16765" y="21600"/>
                      <a:pt x="10800" y="21600"/>
                    </a:cubicBezTo>
                    <a:cubicBezTo>
                      <a:pt x="4835" y="21600"/>
                      <a:pt x="0" y="21024"/>
                      <a:pt x="0" y="203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300"/>
                </a:pPr>
                <a:endParaRPr/>
              </a:p>
            </p:txBody>
          </p:sp>
          <p:sp>
            <p:nvSpPr>
              <p:cNvPr id="1275" name="椭圆形"/>
              <p:cNvSpPr/>
              <p:nvPr/>
            </p:nvSpPr>
            <p:spPr>
              <a:xfrm rot="5400000">
                <a:off x="921647" y="79637"/>
                <a:ext cx="294641" cy="135367"/>
              </a:xfrm>
              <a:prstGeom prst="ellipse">
                <a:avLst/>
              </a:prstGeom>
              <a:solidFill>
                <a:srgbClr val="FFFFFF">
                  <a:alpha val="4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300"/>
                </a:pPr>
                <a:endParaRPr/>
              </a:p>
            </p:txBody>
          </p:sp>
        </p:grpSp>
        <p:sp>
          <p:nvSpPr>
            <p:cNvPr id="1277" name="AMI相关"/>
            <p:cNvSpPr txBox="1"/>
            <p:nvPr/>
          </p:nvSpPr>
          <p:spPr>
            <a:xfrm>
              <a:off x="67682" y="20320"/>
              <a:ext cx="933603" cy="254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14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pPr>
              <a:r>
                <a:t>AMI相关</a:t>
              </a:r>
            </a:p>
          </p:txBody>
        </p:sp>
      </p:grpSp>
      <p:grpSp>
        <p:nvGrpSpPr>
          <p:cNvPr id="1281" name="矩形: 圆角 71"/>
          <p:cNvGrpSpPr/>
          <p:nvPr/>
        </p:nvGrpSpPr>
        <p:grpSpPr>
          <a:xfrm>
            <a:off x="7771765" y="7512050"/>
            <a:ext cx="1136651" cy="348616"/>
            <a:chOff x="0" y="0"/>
            <a:chExt cx="1136650" cy="348615"/>
          </a:xfrm>
        </p:grpSpPr>
        <p:sp>
          <p:nvSpPr>
            <p:cNvPr id="1279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69"/>
              </a:avLst>
            </a:prstGeom>
            <a:solidFill>
              <a:srgbClr val="907FE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80" name="周边系统"/>
            <p:cNvSpPr txBox="1"/>
            <p:nvPr/>
          </p:nvSpPr>
          <p:spPr>
            <a:xfrm>
              <a:off x="10484" y="66357"/>
              <a:ext cx="1115682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周边系统</a:t>
              </a:r>
            </a:p>
          </p:txBody>
        </p:sp>
      </p:grpSp>
      <p:grpSp>
        <p:nvGrpSpPr>
          <p:cNvPr id="1284" name="矩形: 圆角 71"/>
          <p:cNvGrpSpPr/>
          <p:nvPr/>
        </p:nvGrpSpPr>
        <p:grpSpPr>
          <a:xfrm>
            <a:off x="9111615" y="7512050"/>
            <a:ext cx="1136651" cy="348616"/>
            <a:chOff x="0" y="0"/>
            <a:chExt cx="1136650" cy="348615"/>
          </a:xfrm>
        </p:grpSpPr>
        <p:sp>
          <p:nvSpPr>
            <p:cNvPr id="1282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70"/>
              </a:avLst>
            </a:prstGeom>
            <a:solidFill>
              <a:srgbClr val="225FD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83" name="周边系统"/>
            <p:cNvSpPr txBox="1"/>
            <p:nvPr/>
          </p:nvSpPr>
          <p:spPr>
            <a:xfrm>
              <a:off x="10485" y="66357"/>
              <a:ext cx="1115680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周边系统</a:t>
              </a:r>
            </a:p>
          </p:txBody>
        </p:sp>
      </p:grpSp>
      <p:grpSp>
        <p:nvGrpSpPr>
          <p:cNvPr id="1287" name="矩形: 圆角 71"/>
          <p:cNvGrpSpPr/>
          <p:nvPr/>
        </p:nvGrpSpPr>
        <p:grpSpPr>
          <a:xfrm>
            <a:off x="1233169" y="7511415"/>
            <a:ext cx="1136651" cy="348616"/>
            <a:chOff x="0" y="0"/>
            <a:chExt cx="1136650" cy="348615"/>
          </a:xfrm>
        </p:grpSpPr>
        <p:sp>
          <p:nvSpPr>
            <p:cNvPr id="1285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69"/>
              </a:avLst>
            </a:prstGeom>
            <a:solidFill>
              <a:srgbClr val="1B327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86" name="系统边界"/>
            <p:cNvSpPr txBox="1"/>
            <p:nvPr/>
          </p:nvSpPr>
          <p:spPr>
            <a:xfrm>
              <a:off x="10484" y="66357"/>
              <a:ext cx="1115682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系统边界</a:t>
              </a:r>
            </a:p>
          </p:txBody>
        </p:sp>
      </p:grpSp>
      <p:grpSp>
        <p:nvGrpSpPr>
          <p:cNvPr id="1290" name="矩形: 圆角 71"/>
          <p:cNvGrpSpPr/>
          <p:nvPr/>
        </p:nvGrpSpPr>
        <p:grpSpPr>
          <a:xfrm>
            <a:off x="2545079" y="7511415"/>
            <a:ext cx="1136651" cy="348616"/>
            <a:chOff x="0" y="0"/>
            <a:chExt cx="1136650" cy="348615"/>
          </a:xfrm>
        </p:grpSpPr>
        <p:sp>
          <p:nvSpPr>
            <p:cNvPr id="1288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69"/>
              </a:avLst>
            </a:prstGeom>
            <a:solidFill>
              <a:srgbClr val="225FD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89" name="内部大类"/>
            <p:cNvSpPr txBox="1"/>
            <p:nvPr/>
          </p:nvSpPr>
          <p:spPr>
            <a:xfrm>
              <a:off x="10484" y="66357"/>
              <a:ext cx="1115682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内部大类</a:t>
              </a:r>
            </a:p>
          </p:txBody>
        </p:sp>
      </p:grpSp>
      <p:grpSp>
        <p:nvGrpSpPr>
          <p:cNvPr id="1293" name="矩形: 圆角 71"/>
          <p:cNvGrpSpPr/>
          <p:nvPr/>
        </p:nvGrpSpPr>
        <p:grpSpPr>
          <a:xfrm>
            <a:off x="3772534" y="7511415"/>
            <a:ext cx="1136651" cy="348616"/>
            <a:chOff x="0" y="0"/>
            <a:chExt cx="1136650" cy="348615"/>
          </a:xfrm>
        </p:grpSpPr>
        <p:sp>
          <p:nvSpPr>
            <p:cNvPr id="1291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69"/>
              </a:avLst>
            </a:prstGeom>
            <a:solidFill>
              <a:srgbClr val="2B5EC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92" name="模块/组件"/>
            <p:cNvSpPr txBox="1"/>
            <p:nvPr/>
          </p:nvSpPr>
          <p:spPr>
            <a:xfrm>
              <a:off x="10484" y="66357"/>
              <a:ext cx="1115682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pPr>
              <a:r>
                <a:t>模块/组件</a:t>
              </a:r>
            </a:p>
          </p:txBody>
        </p:sp>
      </p:grpSp>
      <p:grpSp>
        <p:nvGrpSpPr>
          <p:cNvPr id="1296" name="矩形: 圆角 71"/>
          <p:cNvGrpSpPr/>
          <p:nvPr/>
        </p:nvGrpSpPr>
        <p:grpSpPr>
          <a:xfrm>
            <a:off x="10381615" y="7510780"/>
            <a:ext cx="1136651" cy="348616"/>
            <a:chOff x="0" y="0"/>
            <a:chExt cx="1136650" cy="348615"/>
          </a:xfrm>
        </p:grpSpPr>
        <p:sp>
          <p:nvSpPr>
            <p:cNvPr id="1294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70"/>
              </a:avLst>
            </a:prstGeom>
            <a:solidFill>
              <a:srgbClr val="73839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95" name="外部系统"/>
            <p:cNvSpPr txBox="1"/>
            <p:nvPr/>
          </p:nvSpPr>
          <p:spPr>
            <a:xfrm>
              <a:off x="10485" y="66357"/>
              <a:ext cx="1115680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外部系统</a:t>
              </a:r>
            </a:p>
          </p:txBody>
        </p:sp>
      </p:grpSp>
      <p:sp>
        <p:nvSpPr>
          <p:cNvPr id="1297" name="上箭头 52"/>
          <p:cNvSpPr/>
          <p:nvPr/>
        </p:nvSpPr>
        <p:spPr>
          <a:xfrm rot="5400000">
            <a:off x="5931534" y="7519034"/>
            <a:ext cx="248921" cy="3644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1297"/>
                </a:moveTo>
                <a:lnTo>
                  <a:pt x="10800" y="0"/>
                </a:lnTo>
                <a:lnTo>
                  <a:pt x="21600" y="11297"/>
                </a:lnTo>
                <a:lnTo>
                  <a:pt x="15243" y="11297"/>
                </a:lnTo>
                <a:lnTo>
                  <a:pt x="15243" y="21600"/>
                </a:lnTo>
                <a:lnTo>
                  <a:pt x="6357" y="21600"/>
                </a:lnTo>
                <a:lnTo>
                  <a:pt x="6357" y="11297"/>
                </a:lnTo>
                <a:close/>
              </a:path>
            </a:pathLst>
          </a:custGeom>
          <a:solidFill>
            <a:srgbClr val="2FE0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98" name="文本框 53"/>
          <p:cNvSpPr txBox="1"/>
          <p:nvPr/>
        </p:nvSpPr>
        <p:spPr>
          <a:xfrm>
            <a:off x="5028565" y="7547609"/>
            <a:ext cx="824231" cy="3073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 spc="100">
                <a:solidFill>
                  <a:srgbClr val="FFFFFF"/>
                </a:solidFill>
                <a:effectLst>
                  <a:outerShdw blurRad="50800" dist="38100" dir="2700000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内部连接</a:t>
            </a:r>
          </a:p>
        </p:txBody>
      </p:sp>
      <p:sp>
        <p:nvSpPr>
          <p:cNvPr id="1299" name="上箭头 128"/>
          <p:cNvSpPr/>
          <p:nvPr/>
        </p:nvSpPr>
        <p:spPr>
          <a:xfrm rot="5400000">
            <a:off x="7377430" y="7503794"/>
            <a:ext cx="276861" cy="3644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2565"/>
                </a:moveTo>
                <a:lnTo>
                  <a:pt x="10800" y="0"/>
                </a:lnTo>
                <a:lnTo>
                  <a:pt x="21600" y="12565"/>
                </a:lnTo>
                <a:lnTo>
                  <a:pt x="15243" y="12565"/>
                </a:lnTo>
                <a:lnTo>
                  <a:pt x="15243" y="21600"/>
                </a:lnTo>
                <a:lnTo>
                  <a:pt x="6357" y="21600"/>
                </a:lnTo>
                <a:lnTo>
                  <a:pt x="6357" y="12565"/>
                </a:lnTo>
                <a:close/>
              </a:path>
            </a:pathLst>
          </a:custGeom>
          <a:solidFill>
            <a:srgbClr val="3D5A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>
                    <a:alpha val="50000"/>
                  </a:srgbClr>
                </a:solidFill>
                <a:effectLst>
                  <a:outerShdw blurRad="50800" dist="38100" dir="2700000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300" name="文本框 55"/>
          <p:cNvSpPr txBox="1"/>
          <p:nvPr/>
        </p:nvSpPr>
        <p:spPr>
          <a:xfrm>
            <a:off x="6488429" y="7546975"/>
            <a:ext cx="824231" cy="30734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 spc="100">
                <a:solidFill>
                  <a:srgbClr val="FFFFFF"/>
                </a:solidFill>
                <a:effectLst>
                  <a:outerShdw blurRad="50800" dist="38100" dir="2700000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外部连接</a:t>
            </a:r>
          </a:p>
        </p:txBody>
      </p:sp>
      <p:pic>
        <p:nvPicPr>
          <p:cNvPr id="1301" name="图片 6" descr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302" name="图片 2" descr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9430" y="321309"/>
            <a:ext cx="1155066" cy="243173"/>
          </a:xfrm>
          <a:prstGeom prst="rect">
            <a:avLst/>
          </a:prstGeom>
          <a:ln w="12700">
            <a:miter lim="400000"/>
            <a:headEnd/>
            <a:tailEnd/>
          </a:ln>
          <a:effectLst>
            <a:outerShdw blurRad="50800" dist="12700" dir="2700000" rotWithShape="0">
              <a:srgbClr val="000000">
                <a:alpha val="40000"/>
              </a:srgbClr>
            </a:outerShdw>
          </a:effectLst>
        </p:spPr>
      </p:pic>
      <p:sp>
        <p:nvSpPr>
          <p:cNvPr id="130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63880" y="253505"/>
            <a:ext cx="9954000" cy="522000"/>
          </a:xfrm>
        </p:spPr>
        <p:txBody>
          <a:bodyPr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</a:lstStyle>
          <a:p>
            <a:pPr lvl="0"/>
            <a:r>
              <a:rPr lang="en-US">
                <a:sym typeface="+mn-ea"/>
              </a:rPr>
              <a:t>Click to edit Master title style</a:t>
            </a:r>
            <a:endParaRPr dirty="0">
              <a:sym typeface="+mn-ea"/>
            </a:endParaRPr>
          </a:p>
        </p:txBody>
      </p:sp>
      <p:cxnSp>
        <p:nvCxnSpPr>
          <p:cNvPr id="4" name="直线连接符 1"/>
          <p:cNvCxnSpPr/>
          <p:nvPr>
            <p:custDataLst>
              <p:tags r:id="rId2"/>
            </p:custDataLst>
          </p:nvPr>
        </p:nvCxnSpPr>
        <p:spPr>
          <a:xfrm>
            <a:off x="526431" y="333197"/>
            <a:ext cx="0" cy="576000"/>
          </a:xfrm>
          <a:prstGeom prst="line">
            <a:avLst/>
          </a:prstGeom>
          <a:ln w="63500">
            <a:gradFill>
              <a:gsLst>
                <a:gs pos="0">
                  <a:srgbClr val="F54D61"/>
                </a:gs>
                <a:gs pos="100000">
                  <a:srgbClr val="FF000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占位符 1"/>
          <p:cNvSpPr>
            <a:spLocks noGrp="1"/>
          </p:cNvSpPr>
          <p:nvPr>
            <p:ph type="body" idx="10"/>
            <p:custDataLst>
              <p:tags r:id="rId3"/>
            </p:custDataLst>
          </p:nvPr>
        </p:nvSpPr>
        <p:spPr>
          <a:xfrm>
            <a:off x="563880" y="716208"/>
            <a:ext cx="9954260" cy="25560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kumimoji="0" lang="zh-CN" altLang="en-US" sz="1200" b="0" i="0" u="none" strike="noStrike" kern="1200" cap="none" spc="0" normalizeH="0" baseline="0" noProof="1" smtClean="0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517382"/>
      </p:ext>
    </p:extLst>
  </p:cSld>
  <p:clrMapOvr>
    <a:masterClrMapping/>
  </p:clrMapOvr>
  <p:transition spd="med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无标题_纯白_右上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D:/华锐技术/01 公司品宣/华锐LOGO/华锐LOGO组合方式/华锐技术LOGO标准组合-横版中英文.png华锐技术LOGO标准组合-横版中英文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screen"/>
          <a:srcRect/>
          <a:stretch>
            <a:fillRect/>
          </a:stretch>
        </p:blipFill>
        <p:spPr>
          <a:xfrm>
            <a:off x="10679430" y="319772"/>
            <a:ext cx="1155600" cy="243284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63880" y="252730"/>
            <a:ext cx="9954000" cy="522000"/>
          </a:xfrm>
        </p:spPr>
        <p:txBody>
          <a:bodyPr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smtClean="0">
                <a:solidFill>
                  <a:srgbClr val="203864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</a:lstStyle>
          <a:p>
            <a:pPr lvl="0"/>
            <a:r>
              <a:rPr lang="en-US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0"/>
            <p:custDataLst>
              <p:tags r:id="rId3"/>
            </p:custDataLst>
          </p:nvPr>
        </p:nvSpPr>
        <p:spPr>
          <a:xfrm>
            <a:off x="563880" y="715645"/>
            <a:ext cx="9954260" cy="25560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kumimoji="0" lang="zh-CN" altLang="en-US" sz="1200" b="0" i="0" u="none" strike="noStrike" kern="1200" cap="none" spc="0" normalizeH="0" baseline="0" noProof="1" smtClean="0">
                <a:solidFill>
                  <a:srgbClr val="939AB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2975367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95483"/>
              </a:gs>
              <a:gs pos="68000">
                <a:srgbClr val="072448"/>
              </a:gs>
            </a:gsLst>
            <a:lin ang="3300000" scaled="0"/>
          </a:gradFill>
          <a:ln w="25400" cap="flat">
            <a:noFill/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6800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  <a:sym typeface="Helvetic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838869" y="600356"/>
            <a:ext cx="1603465" cy="3375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31440416"/>
      </p:ext>
    </p:extLst>
  </p:cSld>
  <p:clrMapOvr>
    <a:masterClrMapping/>
  </p:clrMapOvr>
  <p:transition spd="med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形状 14"/>
          <p:cNvSpPr/>
          <p:nvPr/>
        </p:nvSpPr>
        <p:spPr>
          <a:xfrm>
            <a:off x="1" y="1"/>
            <a:ext cx="4362405" cy="6858000"/>
          </a:xfrm>
          <a:custGeom>
            <a:avLst/>
            <a:gdLst>
              <a:gd name="connsiteX0" fmla="*/ 0 w 8724808"/>
              <a:gd name="connsiteY0" fmla="*/ 0 h 13716000"/>
              <a:gd name="connsiteX1" fmla="*/ 7113954 w 8724808"/>
              <a:gd name="connsiteY1" fmla="*/ 0 h 13716000"/>
              <a:gd name="connsiteX2" fmla="*/ 7228935 w 8724808"/>
              <a:gd name="connsiteY2" fmla="*/ 219261 h 13716000"/>
              <a:gd name="connsiteX3" fmla="*/ 8724808 w 8724808"/>
              <a:gd name="connsiteY3" fmla="*/ 6858000 h 13716000"/>
              <a:gd name="connsiteX4" fmla="*/ 7228935 w 8724808"/>
              <a:gd name="connsiteY4" fmla="*/ 13496738 h 13716000"/>
              <a:gd name="connsiteX5" fmla="*/ 7113953 w 8724808"/>
              <a:gd name="connsiteY5" fmla="*/ 13716000 h 13716000"/>
              <a:gd name="connsiteX6" fmla="*/ 0 w 8724808"/>
              <a:gd name="connsiteY6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24808" h="13716000">
                <a:moveTo>
                  <a:pt x="0" y="0"/>
                </a:moveTo>
                <a:lnTo>
                  <a:pt x="7113954" y="0"/>
                </a:lnTo>
                <a:lnTo>
                  <a:pt x="7228935" y="219261"/>
                </a:lnTo>
                <a:cubicBezTo>
                  <a:pt x="8169676" y="2081760"/>
                  <a:pt x="8724808" y="4376269"/>
                  <a:pt x="8724808" y="6858000"/>
                </a:cubicBezTo>
                <a:cubicBezTo>
                  <a:pt x="8724808" y="9339731"/>
                  <a:pt x="8169676" y="11634239"/>
                  <a:pt x="7228935" y="13496738"/>
                </a:cubicBezTo>
                <a:lnTo>
                  <a:pt x="7113953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2D477A"/>
              </a:gs>
              <a:gs pos="99000">
                <a:srgbClr val="042B5C"/>
              </a:gs>
            </a:gsLst>
            <a:lin ang="2700000" scaled="0"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fromWordArt="0" anchor="ctr" anchorCtr="0" forceAA="0" compatLnSpc="1">
            <a:noAutofit/>
          </a:bodyPr>
          <a:lstStyle/>
          <a:p>
            <a:pPr defTabSz="412750"/>
            <a:endParaRPr lang="zh-CN" altLang="en-US" sz="1600" b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  <a:sym typeface="Helvetica Neue Medium" panose="02000503000000020004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1108710" y="2403475"/>
            <a:ext cx="2145030" cy="1264920"/>
            <a:chOff x="1742" y="4076"/>
            <a:chExt cx="3378" cy="1992"/>
          </a:xfrm>
        </p:grpSpPr>
        <p:sp>
          <p:nvSpPr>
            <p:cNvPr id="2" name="îŝ1íḓe"/>
            <p:cNvSpPr/>
            <p:nvPr/>
          </p:nvSpPr>
          <p:spPr>
            <a:xfrm>
              <a:off x="1742" y="4076"/>
              <a:ext cx="3378" cy="1284"/>
            </a:xfrm>
            <a:prstGeom prst="rect">
              <a:avLst/>
            </a:prstGeom>
          </p:spPr>
          <p:txBody>
            <a:bodyPr wrap="square" lIns="91441" tIns="45720" rIns="91441" bIns="45720" anchor="ctr">
              <a:no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4400">
                <a:defRPr/>
              </a:pPr>
              <a:r>
                <a:rPr lang="zh-CN" altLang="en-US" sz="6000" dirty="0">
                  <a:solidFill>
                    <a:srgbClr val="FFFFFF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  <a:cs typeface="微软雅黑" panose="020B0503020204020204" pitchFamily="34" charset="-122"/>
                </a:rPr>
                <a:t>目录</a:t>
              </a:r>
            </a:p>
          </p:txBody>
        </p:sp>
        <p:sp>
          <p:nvSpPr>
            <p:cNvPr id="24" name="矩形 29"/>
            <p:cNvSpPr txBox="1"/>
            <p:nvPr/>
          </p:nvSpPr>
          <p:spPr>
            <a:xfrm>
              <a:off x="1954" y="5440"/>
              <a:ext cx="2648" cy="628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45720" rIns="45720">
              <a:spAutoFit/>
            </a:bodyPr>
            <a:lstStyle>
              <a:lvl1pPr>
                <a:defRPr sz="1600">
                  <a:solidFill>
                    <a:srgbClr val="1B2F48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</a:lstStyle>
            <a:p>
              <a:pPr algn="l"/>
              <a:r>
                <a:rPr sz="2000" b="0" i="0" dirty="0">
                  <a:solidFill>
                    <a:schemeClr val="bg1">
                      <a:alpha val="30000"/>
                    </a:scheme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Inter UI" panose="020B0502030000000004" pitchFamily="34" charset="0"/>
                  <a:ea typeface="Inter UI" panose="020B0502030000000004" pitchFamily="34" charset="0"/>
                </a:rPr>
                <a:t>CONTENT</a:t>
              </a:r>
              <a:r>
                <a:rPr lang="en-US" sz="2000" b="0" i="0" dirty="0">
                  <a:solidFill>
                    <a:schemeClr val="bg1">
                      <a:alpha val="30000"/>
                    </a:scheme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Inter UI" panose="020B0502030000000004" pitchFamily="34" charset="0"/>
                  <a:ea typeface="Inter UI" panose="020B0502030000000004" pitchFamily="34" charset="0"/>
                </a:rPr>
                <a:t>S</a:t>
              </a:r>
            </a:p>
          </p:txBody>
        </p:sp>
      </p:grpSp>
      <p:pic>
        <p:nvPicPr>
          <p:cNvPr id="8" name="图片 7" descr="组 12"/>
          <p:cNvPicPr>
            <a:picLocks noChangeAspect="1"/>
          </p:cNvPicPr>
          <p:nvPr/>
        </p:nvPicPr>
        <p:blipFill>
          <a:blip r:embed="rId2" cstate="screen">
            <a:alphaModFix amt="8000"/>
          </a:blip>
          <a:stretch>
            <a:fillRect/>
          </a:stretch>
        </p:blipFill>
        <p:spPr>
          <a:xfrm>
            <a:off x="336550" y="4083685"/>
            <a:ext cx="3495040" cy="1967230"/>
          </a:xfrm>
          <a:prstGeom prst="rect">
            <a:avLst/>
          </a:prstGeom>
          <a:effectLst>
            <a:reflection blurRad="6350" stA="70000" endA="300" endPos="55000" dist="1143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292217392"/>
      </p:ext>
    </p:extLst>
  </p:cSld>
  <p:clrMapOvr>
    <a:masterClrMapping/>
  </p:clrMapOvr>
  <p:transition spd="med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纯色内页（旧版兼容）-右上Logo">
    <p:bg>
      <p:bgPr>
        <a:solidFill>
          <a:srgbClr val="0D31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0679430" y="318135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10303211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纯色内页（加深）-右上Logo">
    <p:bg>
      <p:bgPr>
        <a:solidFill>
          <a:srgbClr val="0A2B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0679430" y="318135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5868534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渐变内页-右上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-635" y="0"/>
            <a:ext cx="12192635" cy="6858000"/>
          </a:xfrm>
          <a:prstGeom prst="rect">
            <a:avLst/>
          </a:prstGeom>
          <a:gradFill>
            <a:gsLst>
              <a:gs pos="0">
                <a:srgbClr val="2D507C"/>
              </a:gs>
              <a:gs pos="100000">
                <a:srgbClr val="020B31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034A7C"/>
              </a:gs>
              <a:gs pos="100000">
                <a:srgbClr val="020B31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144778"/>
              </a:gs>
              <a:gs pos="100000">
                <a:srgbClr val="071E47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0679430" y="318135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23450288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渐变内页-右下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-635" y="0"/>
            <a:ext cx="12192635" cy="6858000"/>
          </a:xfrm>
          <a:prstGeom prst="rect">
            <a:avLst/>
          </a:prstGeom>
          <a:gradFill>
            <a:gsLst>
              <a:gs pos="0">
                <a:srgbClr val="2E497C"/>
              </a:gs>
              <a:gs pos="100000">
                <a:srgbClr val="020B31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0679430" y="6403340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51891335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页深色渐变-Logo右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幻灯片 16_9 25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0679430" y="318135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84243143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蓝黑中央渐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3" descr="图片 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12700">
            <a:miter lim="400000"/>
            <a:headEnd/>
            <a:tailEnd/>
          </a:ln>
        </p:spPr>
      </p:pic>
      <p:sp>
        <p:nvSpPr>
          <p:cNvPr id="2" name="Rounded Rectangle 20"/>
          <p:cNvSpPr/>
          <p:nvPr>
            <p:custDataLst>
              <p:tags r:id="rId1"/>
            </p:custDataLst>
          </p:nvPr>
        </p:nvSpPr>
        <p:spPr>
          <a:xfrm>
            <a:off x="12332208" y="2000440"/>
            <a:ext cx="1080135" cy="359410"/>
          </a:xfrm>
          <a:prstGeom prst="rect">
            <a:avLst/>
          </a:prstGeom>
          <a:solidFill>
            <a:srgbClr val="2D9D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id-ID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ounded Rectangle 21"/>
          <p:cNvSpPr/>
          <p:nvPr>
            <p:custDataLst>
              <p:tags r:id="rId2"/>
            </p:custDataLst>
          </p:nvPr>
        </p:nvSpPr>
        <p:spPr>
          <a:xfrm>
            <a:off x="13527962" y="6500685"/>
            <a:ext cx="1080135" cy="359410"/>
          </a:xfrm>
          <a:prstGeom prst="rect">
            <a:avLst/>
          </a:prstGeom>
          <a:solidFill>
            <a:srgbClr val="5F4FBD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id-ID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ounded Rectangle 22"/>
          <p:cNvSpPr/>
          <p:nvPr>
            <p:custDataLst>
              <p:tags r:id="rId3"/>
            </p:custDataLst>
          </p:nvPr>
        </p:nvSpPr>
        <p:spPr>
          <a:xfrm>
            <a:off x="12332208" y="2499550"/>
            <a:ext cx="1080135" cy="359410"/>
          </a:xfrm>
          <a:prstGeom prst="rect">
            <a:avLst/>
          </a:prstGeom>
          <a:solidFill>
            <a:srgbClr val="0B5FD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id-ID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ounded Rectangle 23"/>
          <p:cNvSpPr/>
          <p:nvPr>
            <p:custDataLst>
              <p:tags r:id="rId4"/>
            </p:custDataLst>
          </p:nvPr>
        </p:nvSpPr>
        <p:spPr>
          <a:xfrm>
            <a:off x="12332208" y="5003355"/>
            <a:ext cx="1080135" cy="359410"/>
          </a:xfrm>
          <a:prstGeom prst="rect">
            <a:avLst/>
          </a:prstGeom>
          <a:solidFill>
            <a:srgbClr val="2EC2A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id-ID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ounded Rectangle 21"/>
          <p:cNvSpPr/>
          <p:nvPr>
            <p:custDataLst>
              <p:tags r:id="rId5"/>
            </p:custDataLst>
          </p:nvPr>
        </p:nvSpPr>
        <p:spPr>
          <a:xfrm>
            <a:off x="12332208" y="2998025"/>
            <a:ext cx="1080135" cy="359410"/>
          </a:xfrm>
          <a:prstGeom prst="rect">
            <a:avLst/>
          </a:prstGeom>
          <a:solidFill>
            <a:srgbClr val="FFA20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id-ID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ounded Rectangle 21"/>
          <p:cNvSpPr/>
          <p:nvPr>
            <p:custDataLst>
              <p:tags r:id="rId6"/>
            </p:custDataLst>
          </p:nvPr>
        </p:nvSpPr>
        <p:spPr>
          <a:xfrm>
            <a:off x="12332208" y="6500685"/>
            <a:ext cx="1080135" cy="359410"/>
          </a:xfrm>
          <a:prstGeom prst="rect">
            <a:avLst/>
          </a:prstGeom>
          <a:solidFill>
            <a:srgbClr val="F54D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id-ID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2332208" y="5502465"/>
            <a:ext cx="1080135" cy="359410"/>
          </a:xfrm>
          <a:prstGeom prst="rect">
            <a:avLst/>
          </a:prstGeom>
          <a:solidFill>
            <a:srgbClr val="2FE0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2332208" y="6999795"/>
            <a:ext cx="1080135" cy="35941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2332208" y="4504245"/>
            <a:ext cx="1080135" cy="359410"/>
          </a:xfrm>
          <a:prstGeom prst="rect">
            <a:avLst/>
          </a:prstGeom>
          <a:solidFill>
            <a:srgbClr val="53DFB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2332208" y="3497135"/>
            <a:ext cx="1080135" cy="359410"/>
          </a:xfrm>
          <a:prstGeom prst="rect">
            <a:avLst/>
          </a:prstGeom>
          <a:solidFill>
            <a:srgbClr val="FF6E17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2332208" y="4000690"/>
            <a:ext cx="1080135" cy="360045"/>
          </a:xfrm>
          <a:prstGeom prst="rect">
            <a:avLst/>
          </a:prstGeom>
          <a:solidFill>
            <a:srgbClr val="E5393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2332208" y="6001575"/>
            <a:ext cx="1080135" cy="359410"/>
          </a:xfrm>
          <a:prstGeom prst="rect">
            <a:avLst/>
          </a:prstGeom>
          <a:solidFill>
            <a:srgbClr val="FF89A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3527962" y="6001575"/>
            <a:ext cx="1080135" cy="359410"/>
          </a:xfrm>
          <a:prstGeom prst="rect">
            <a:avLst/>
          </a:prstGeom>
          <a:solidFill>
            <a:srgbClr val="8F7FE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8" name="Rounded Rectangle 22"/>
          <p:cNvSpPr/>
          <p:nvPr>
            <p:custDataLst>
              <p:tags r:id="rId7"/>
            </p:custDataLst>
          </p:nvPr>
        </p:nvSpPr>
        <p:spPr>
          <a:xfrm>
            <a:off x="12332208" y="1496885"/>
            <a:ext cx="1080135" cy="359410"/>
          </a:xfrm>
          <a:prstGeom prst="rect">
            <a:avLst/>
          </a:prstGeom>
          <a:solidFill>
            <a:srgbClr val="16388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id-ID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Rounded Rectangle 22"/>
          <p:cNvSpPr/>
          <p:nvPr>
            <p:custDataLst>
              <p:tags r:id="rId8"/>
            </p:custDataLst>
          </p:nvPr>
        </p:nvSpPr>
        <p:spPr>
          <a:xfrm>
            <a:off x="12332208" y="1001585"/>
            <a:ext cx="1080135" cy="359410"/>
          </a:xfrm>
          <a:prstGeom prst="rect">
            <a:avLst/>
          </a:prstGeom>
          <a:solidFill>
            <a:srgbClr val="0F255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id-ID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Rounded Rectangle 22"/>
          <p:cNvSpPr/>
          <p:nvPr>
            <p:custDataLst>
              <p:tags r:id="rId9"/>
            </p:custDataLst>
          </p:nvPr>
        </p:nvSpPr>
        <p:spPr>
          <a:xfrm>
            <a:off x="12332208" y="506285"/>
            <a:ext cx="1080135" cy="359410"/>
          </a:xfrm>
          <a:prstGeom prst="rect">
            <a:avLst/>
          </a:prstGeom>
          <a:solidFill>
            <a:srgbClr val="1736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id-ID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90218128"/>
      </p:ext>
    </p:extLst>
  </p:cSld>
  <p:clrMapOvr>
    <a:masterClrMapping/>
  </p:clrMapOvr>
  <p:transition spd="med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纯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557323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纯白-右上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0694034" y="309679"/>
            <a:ext cx="1192531" cy="25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02668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纯白-右下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0694034" y="6426660"/>
            <a:ext cx="1192531" cy="25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585999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纯白-左下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358543" y="6426660"/>
            <a:ext cx="1192531" cy="25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21268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8911894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目录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260515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节标题">
    <p:bg>
      <p:bgPr>
        <a:gradFill>
          <a:gsLst>
            <a:gs pos="10000">
              <a:srgbClr val="093676"/>
            </a:gs>
            <a:gs pos="100000">
              <a:srgbClr val="15236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58755" y="98499"/>
            <a:ext cx="12074489" cy="522004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90000"/>
              </a:lnSpc>
              <a:buNone/>
              <a:defRPr kumimoji="0" lang="en-US" sz="2800" b="1" i="0" u="none" strike="noStrike" kern="1200" cap="none" spc="0" normalizeH="0" baseline="0" noProof="1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  <a:sym typeface="+mn-ea"/>
              </a:defRPr>
            </a:lvl1pPr>
          </a:lstStyle>
          <a:p>
            <a:pPr lvl="0"/>
            <a:r>
              <a:rPr lang="en-US">
                <a:sym typeface="+mn-ea"/>
              </a:rPr>
              <a:t>Click to edit Master subtitle style</a:t>
            </a:r>
            <a:endParaRPr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01836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标题_纯色内页-右上Logo"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D:/华锐技术/01 公司品宣/华锐LOGO/华锐LOGO组合方式/华锐技术LOGO标准组合-横版中英文（文字反白）.png华锐技术LOGO标准组合-横版中英文（文字反白）"/>
          <p:cNvPicPr>
            <a:picLocks noChangeAspect="1"/>
          </p:cNvPicPr>
          <p:nvPr/>
        </p:nvPicPr>
        <p:blipFill>
          <a:blip r:embed="rId5" cstate="screen"/>
          <a:srcRect/>
          <a:stretch>
            <a:fillRect/>
          </a:stretch>
        </p:blipFill>
        <p:spPr>
          <a:xfrm>
            <a:off x="10679430" y="321310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63880" y="253505"/>
            <a:ext cx="9954895" cy="521970"/>
          </a:xfrm>
        </p:spPr>
        <p:txBody>
          <a:bodyPr anchor="ctr" anchorCtr="0"/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cxnSp>
        <p:nvCxnSpPr>
          <p:cNvPr id="8" name="直线连接符 1"/>
          <p:cNvCxnSpPr/>
          <p:nvPr>
            <p:custDataLst>
              <p:tags r:id="rId2"/>
            </p:custDataLst>
          </p:nvPr>
        </p:nvCxnSpPr>
        <p:spPr>
          <a:xfrm>
            <a:off x="526415" y="332740"/>
            <a:ext cx="0" cy="410209"/>
          </a:xfrm>
          <a:prstGeom prst="line">
            <a:avLst/>
          </a:prstGeom>
          <a:ln w="63500">
            <a:gradFill>
              <a:gsLst>
                <a:gs pos="0">
                  <a:srgbClr val="F54D61"/>
                </a:gs>
                <a:gs pos="100000">
                  <a:srgbClr val="FF000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2435979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英文标题_纯色内页_右上Logo">
    <p:bg>
      <p:bgPr>
        <a:solidFill>
          <a:srgbClr val="0D31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63880" y="253505"/>
            <a:ext cx="9954000" cy="522000"/>
          </a:xfrm>
        </p:spPr>
        <p:txBody>
          <a:bodyPr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</a:lstStyle>
          <a:p>
            <a:pPr lvl="0"/>
            <a:r>
              <a:rPr lang="en-US">
                <a:sym typeface="+mn-ea"/>
              </a:rPr>
              <a:t>Click to edit Master title style</a:t>
            </a:r>
            <a:endParaRPr dirty="0">
              <a:sym typeface="+mn-ea"/>
            </a:endParaRPr>
          </a:p>
        </p:txBody>
      </p:sp>
      <p:pic>
        <p:nvPicPr>
          <p:cNvPr id="6" name="图片 5" descr="D:/华锐技术/01 公司品宣/华锐LOGO/华锐LOGO组合方式/华锐技术LOGO标准组合-横版中英文（文字反白）.png华锐技术LOGO标准组合-横版中英文（文字反白）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screen"/>
          <a:srcRect/>
          <a:stretch>
            <a:fillRect/>
          </a:stretch>
        </p:blipFill>
        <p:spPr>
          <a:xfrm>
            <a:off x="10679430" y="320675"/>
            <a:ext cx="1155065" cy="243205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文本占位符 1"/>
          <p:cNvSpPr>
            <a:spLocks noGrp="1"/>
          </p:cNvSpPr>
          <p:nvPr>
            <p:ph type="body" idx="10"/>
            <p:custDataLst>
              <p:tags r:id="rId3"/>
            </p:custDataLst>
          </p:nvPr>
        </p:nvSpPr>
        <p:spPr>
          <a:xfrm>
            <a:off x="563880" y="716208"/>
            <a:ext cx="9954260" cy="25560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kumimoji="0" lang="zh-CN" altLang="en-US" sz="1200" b="0" i="0" u="none" strike="noStrike" kern="1200" cap="none" spc="0" normalizeH="0" baseline="0" noProof="1" smtClean="0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3346683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33D3FF9-6580-481B-BB0F-299469E2D7BA}" type="datetime1">
              <a:rPr lang="zh-TW" altLang="en-US" smtClean="0"/>
              <a:t>2026/4/23</a:t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443E713-C768-4BB8-A4CE-C96AFF4B35DA}" type="slidenum">
              <a:rPr lang="zh-TW" altLang="en-US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30929660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中文标题_深色内页">
    <p:bg>
      <p:bgPr>
        <a:solidFill>
          <a:srgbClr val="0425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幻灯片 16_9 25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49250" y="252000"/>
            <a:ext cx="10076180" cy="521970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3599" y="215343"/>
            <a:ext cx="1321412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65886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中文标题_纯色内页_右上Logo">
    <p:bg>
      <p:bgPr>
        <a:solidFill>
          <a:srgbClr val="0D31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幻灯片 16_9 25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 2" descr="D:/华锐技术/01 公司品宣/华锐LOGO/华锐LOGO组合方式/华锐技术LOGO标准组合-横版中英文（文字反白）.png华锐技术LOGO标准组合-横版中英文（文字反白）"/>
          <p:cNvPicPr>
            <a:picLocks noChangeAspect="1"/>
          </p:cNvPicPr>
          <p:nvPr/>
        </p:nvPicPr>
        <p:blipFill>
          <a:blip r:embed="rId5" cstate="screen"/>
          <a:srcRect/>
          <a:stretch>
            <a:fillRect/>
          </a:stretch>
        </p:blipFill>
        <p:spPr>
          <a:xfrm>
            <a:off x="10679430" y="321310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63880" y="253505"/>
            <a:ext cx="9954895" cy="521970"/>
          </a:xfrm>
        </p:spPr>
        <p:txBody>
          <a:bodyPr anchor="ctr" anchorCtr="0"/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cxnSp>
        <p:nvCxnSpPr>
          <p:cNvPr id="8" name="直线连接符 1"/>
          <p:cNvCxnSpPr/>
          <p:nvPr>
            <p:custDataLst>
              <p:tags r:id="rId2"/>
            </p:custDataLst>
          </p:nvPr>
        </p:nvCxnSpPr>
        <p:spPr>
          <a:xfrm>
            <a:off x="526415" y="332740"/>
            <a:ext cx="0" cy="404378"/>
          </a:xfrm>
          <a:prstGeom prst="line">
            <a:avLst/>
          </a:prstGeom>
          <a:ln w="63500">
            <a:gradFill>
              <a:gsLst>
                <a:gs pos="0">
                  <a:srgbClr val="F54D61"/>
                </a:gs>
                <a:gs pos="100000">
                  <a:srgbClr val="FF000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1171921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页深色渐变-Logo右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幻灯片 16_9 25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 2" descr="D:/华锐技术/01 公司品宣/华锐LOGO/华锐LOGO组合方式/华锐技术LOGO标准组合-横版中英文（文字反白）.png华锐技术LOGO标准组合-横版中英文（文字反白）"/>
          <p:cNvPicPr>
            <a:picLocks noChangeAspect="1"/>
          </p:cNvPicPr>
          <p:nvPr userDrawn="1"/>
        </p:nvPicPr>
        <p:blipFill>
          <a:blip r:embed="rId5" cstate="screen"/>
          <a:srcRect/>
          <a:stretch>
            <a:fillRect/>
          </a:stretch>
        </p:blipFill>
        <p:spPr>
          <a:xfrm>
            <a:off x="10679430" y="321310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63880" y="253505"/>
            <a:ext cx="9954895" cy="521970"/>
          </a:xfrm>
        </p:spPr>
        <p:txBody>
          <a:bodyPr anchor="ctr" anchorCtr="0"/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cxnSp>
        <p:nvCxnSpPr>
          <p:cNvPr id="8" name="直线连接符 1"/>
          <p:cNvCxnSpPr/>
          <p:nvPr userDrawn="1">
            <p:custDataLst>
              <p:tags r:id="rId2"/>
            </p:custDataLst>
          </p:nvPr>
        </p:nvCxnSpPr>
        <p:spPr>
          <a:xfrm>
            <a:off x="526415" y="313690"/>
            <a:ext cx="0" cy="404378"/>
          </a:xfrm>
          <a:prstGeom prst="line">
            <a:avLst/>
          </a:prstGeom>
          <a:ln w="63500">
            <a:gradFill>
              <a:gsLst>
                <a:gs pos="0">
                  <a:srgbClr val="F54D61"/>
                </a:gs>
                <a:gs pos="100000">
                  <a:srgbClr val="FF000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华锐研究所LOGO标准组合-横版中英文（文字反白）" hidden="1"/>
          <p:cNvPicPr>
            <a:picLocks noChangeAspect="1"/>
          </p:cNvPicPr>
          <p:nvPr userDrawn="1"/>
        </p:nvPicPr>
        <p:blipFill>
          <a:blip r:embed="rId6" cstate="screen"/>
          <a:stretch>
            <a:fillRect/>
          </a:stretch>
        </p:blipFill>
        <p:spPr>
          <a:xfrm>
            <a:off x="10679464" y="319405"/>
            <a:ext cx="1273703" cy="24480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1590184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封面">
    <p:bg>
      <p:bgPr>
        <a:gradFill>
          <a:gsLst>
            <a:gs pos="0">
              <a:srgbClr val="285382"/>
            </a:gs>
            <a:gs pos="68000">
              <a:srgbClr val="072448"/>
            </a:gs>
          </a:gsLst>
          <a:lin ang="33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D:/华锐技术/01 公司品宣/华锐LOGO/华锐LOGO组合方式/华锐技术LOGO标准组合-横版中英文（文字反白）.png华锐技术LOGO标准组合-横版中英文（文字反白）"/>
          <p:cNvPicPr>
            <a:picLocks noChangeAspect="1"/>
          </p:cNvPicPr>
          <p:nvPr/>
        </p:nvPicPr>
        <p:blipFill>
          <a:blip r:embed="rId2" cstate="screen"/>
          <a:srcRect/>
          <a:stretch>
            <a:fillRect/>
          </a:stretch>
        </p:blipFill>
        <p:spPr>
          <a:xfrm>
            <a:off x="838869" y="600356"/>
            <a:ext cx="1603465" cy="3375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97523252"/>
      </p:ext>
    </p:extLst>
  </p:cSld>
  <p:clrMapOvr>
    <a:masterClrMapping/>
  </p:clrMapOvr>
  <p:transition spd="med"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形状 14"/>
          <p:cNvSpPr/>
          <p:nvPr>
            <p:custDataLst>
              <p:tags r:id="rId1"/>
            </p:custDataLst>
          </p:nvPr>
        </p:nvSpPr>
        <p:spPr>
          <a:xfrm>
            <a:off x="1" y="1"/>
            <a:ext cx="4362405" cy="6858000"/>
          </a:xfrm>
          <a:custGeom>
            <a:avLst/>
            <a:gdLst>
              <a:gd name="connsiteX0" fmla="*/ 0 w 8724808"/>
              <a:gd name="connsiteY0" fmla="*/ 0 h 13716000"/>
              <a:gd name="connsiteX1" fmla="*/ 7113954 w 8724808"/>
              <a:gd name="connsiteY1" fmla="*/ 0 h 13716000"/>
              <a:gd name="connsiteX2" fmla="*/ 7228935 w 8724808"/>
              <a:gd name="connsiteY2" fmla="*/ 219261 h 13716000"/>
              <a:gd name="connsiteX3" fmla="*/ 8724808 w 8724808"/>
              <a:gd name="connsiteY3" fmla="*/ 6858000 h 13716000"/>
              <a:gd name="connsiteX4" fmla="*/ 7228935 w 8724808"/>
              <a:gd name="connsiteY4" fmla="*/ 13496738 h 13716000"/>
              <a:gd name="connsiteX5" fmla="*/ 7113953 w 8724808"/>
              <a:gd name="connsiteY5" fmla="*/ 13716000 h 13716000"/>
              <a:gd name="connsiteX6" fmla="*/ 0 w 8724808"/>
              <a:gd name="connsiteY6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24808" h="13716000">
                <a:moveTo>
                  <a:pt x="0" y="0"/>
                </a:moveTo>
                <a:lnTo>
                  <a:pt x="7113954" y="0"/>
                </a:lnTo>
                <a:lnTo>
                  <a:pt x="7228935" y="219261"/>
                </a:lnTo>
                <a:cubicBezTo>
                  <a:pt x="8169676" y="2081760"/>
                  <a:pt x="8724808" y="4376269"/>
                  <a:pt x="8724808" y="6858000"/>
                </a:cubicBezTo>
                <a:cubicBezTo>
                  <a:pt x="8724808" y="9339731"/>
                  <a:pt x="8169676" y="11634239"/>
                  <a:pt x="7228935" y="13496738"/>
                </a:cubicBezTo>
                <a:lnTo>
                  <a:pt x="7113953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2D477A"/>
              </a:gs>
              <a:gs pos="99000">
                <a:srgbClr val="042B5C"/>
              </a:gs>
            </a:gsLst>
            <a:lin ang="2700000" scaled="0"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fromWordArt="0" anchor="ctr" anchorCtr="0" forceAA="0" compatLnSpc="1">
            <a:noAutofit/>
          </a:bodyPr>
          <a:lstStyle/>
          <a:p>
            <a:pPr defTabSz="412750"/>
            <a:endParaRPr lang="zh-CN" altLang="en-US" sz="1600" b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  <a:sym typeface="Helvetica Neue Medium" panose="02000503000000020004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1108710" y="2403475"/>
            <a:ext cx="2145030" cy="1264920"/>
            <a:chOff x="1742" y="4076"/>
            <a:chExt cx="3378" cy="1992"/>
          </a:xfrm>
        </p:grpSpPr>
        <p:sp>
          <p:nvSpPr>
            <p:cNvPr id="2" name="îŝ1íḓe"/>
            <p:cNvSpPr/>
            <p:nvPr/>
          </p:nvSpPr>
          <p:spPr>
            <a:xfrm>
              <a:off x="1742" y="4076"/>
              <a:ext cx="3378" cy="1284"/>
            </a:xfrm>
            <a:prstGeom prst="rect">
              <a:avLst/>
            </a:prstGeom>
          </p:spPr>
          <p:txBody>
            <a:bodyPr wrap="square" lIns="91441" tIns="45720" rIns="91441" bIns="45720" anchor="ctr">
              <a:no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4400">
                <a:defRPr/>
              </a:pPr>
              <a:r>
                <a:rPr lang="zh-CN" altLang="en-US" sz="6000" dirty="0">
                  <a:solidFill>
                    <a:srgbClr val="FFFFFF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  <a:cs typeface="微软雅黑" panose="020B0503020204020204" pitchFamily="34" charset="-122"/>
                </a:rPr>
                <a:t>目录</a:t>
              </a:r>
            </a:p>
          </p:txBody>
        </p:sp>
        <p:sp>
          <p:nvSpPr>
            <p:cNvPr id="24" name="矩形 29"/>
            <p:cNvSpPr txBox="1"/>
            <p:nvPr/>
          </p:nvSpPr>
          <p:spPr>
            <a:xfrm>
              <a:off x="1954" y="5440"/>
              <a:ext cx="2648" cy="628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45720" rIns="45720">
              <a:spAutoFit/>
            </a:bodyPr>
            <a:lstStyle>
              <a:lvl1pPr>
                <a:defRPr sz="1600">
                  <a:solidFill>
                    <a:srgbClr val="1B2F48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</a:lstStyle>
            <a:p>
              <a:pPr algn="l"/>
              <a:r>
                <a:rPr sz="2000" b="0" i="0" dirty="0">
                  <a:solidFill>
                    <a:schemeClr val="bg1">
                      <a:alpha val="30000"/>
                    </a:scheme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Arial" panose="020B0604020202020204" pitchFamily="34" charset="0"/>
                </a:rPr>
                <a:t>CONTENT</a:t>
              </a:r>
              <a:r>
                <a:rPr lang="en-US" sz="2000" b="0" i="0" dirty="0">
                  <a:solidFill>
                    <a:schemeClr val="bg1">
                      <a:alpha val="30000"/>
                    </a:scheme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Arial" panose="020B0604020202020204" pitchFamily="34" charset="0"/>
                </a:rPr>
                <a:t>S</a:t>
              </a:r>
            </a:p>
          </p:txBody>
        </p:sp>
      </p:grpSp>
      <p:pic>
        <p:nvPicPr>
          <p:cNvPr id="8" name="图片 7" descr="组 12"/>
          <p:cNvPicPr>
            <a:picLocks noChangeAspect="1"/>
          </p:cNvPicPr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>
            <a:off x="336550" y="4083685"/>
            <a:ext cx="3495040" cy="1967230"/>
          </a:xfrm>
          <a:prstGeom prst="rect">
            <a:avLst/>
          </a:prstGeom>
          <a:effectLst>
            <a:reflection blurRad="6350" stA="70000" endA="300" endPos="55000" dist="1143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09207934"/>
      </p:ext>
    </p:extLst>
  </p:cSld>
  <p:clrMapOvr>
    <a:masterClrMapping/>
  </p:clrMapOvr>
  <p:transition spd="med"/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无标题_纯色内页-右上Logo">
    <p:bg>
      <p:bgPr>
        <a:solidFill>
          <a:srgbClr val="0D31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D:/华锐技术/01 公司品宣/华锐LOGO/华锐LOGO组合方式/华锐技术LOGO标准组合-横版中英文（文字反白）.png华锐技术LOGO标准组合-横版中英文（文字反白）"/>
          <p:cNvPicPr>
            <a:picLocks noChangeAspect="1"/>
          </p:cNvPicPr>
          <p:nvPr/>
        </p:nvPicPr>
        <p:blipFill>
          <a:blip r:embed="rId4" cstate="screen"/>
          <a:srcRect/>
          <a:stretch>
            <a:fillRect/>
          </a:stretch>
        </p:blipFill>
        <p:spPr>
          <a:xfrm>
            <a:off x="10679430" y="321310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标题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63880" y="253505"/>
            <a:ext cx="9954000" cy="522000"/>
          </a:xfrm>
        </p:spPr>
        <p:txBody>
          <a:bodyPr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</a:lstStyle>
          <a:p>
            <a:pPr lvl="0"/>
            <a:r>
              <a:rPr lang="en-US">
                <a:sym typeface="+mn-ea"/>
              </a:rPr>
              <a:t>Click to edit Master title style</a:t>
            </a:r>
            <a:endParaRPr dirty="0">
              <a:sym typeface="+mn-ea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0"/>
            <p:custDataLst>
              <p:tags r:id="rId2"/>
            </p:custDataLst>
          </p:nvPr>
        </p:nvSpPr>
        <p:spPr>
          <a:xfrm>
            <a:off x="563880" y="716208"/>
            <a:ext cx="9954260" cy="25560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kumimoji="0" lang="zh-CN" altLang="en-US" sz="1200" b="0" i="0" u="none" strike="noStrike" kern="1200" cap="none" spc="0" normalizeH="0" baseline="0" noProof="1" smtClean="0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72215057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标题_纯色内页-右上Logo">
    <p:bg>
      <p:bgPr>
        <a:solidFill>
          <a:srgbClr val="0D31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D:/华锐技术/01 公司品宣/华锐LOGO/华锐LOGO组合方式/华锐技术LOGO标准组合-横版中英文（文字反白）.png华锐技术LOGO标准组合-横版中英文（文字反白）"/>
          <p:cNvPicPr>
            <a:picLocks noChangeAspect="1"/>
          </p:cNvPicPr>
          <p:nvPr/>
        </p:nvPicPr>
        <p:blipFill>
          <a:blip r:embed="rId4" cstate="screen"/>
          <a:srcRect/>
          <a:stretch>
            <a:fillRect/>
          </a:stretch>
        </p:blipFill>
        <p:spPr>
          <a:xfrm>
            <a:off x="10679430" y="321310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63880" y="253505"/>
            <a:ext cx="9954895" cy="521970"/>
          </a:xfrm>
        </p:spPr>
        <p:txBody>
          <a:bodyPr anchor="ctr" anchorCtr="0"/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cxnSp>
        <p:nvCxnSpPr>
          <p:cNvPr id="8" name="直线连接符 1"/>
          <p:cNvCxnSpPr/>
          <p:nvPr>
            <p:custDataLst>
              <p:tags r:id="rId2"/>
            </p:custDataLst>
          </p:nvPr>
        </p:nvCxnSpPr>
        <p:spPr>
          <a:xfrm>
            <a:off x="526415" y="332740"/>
            <a:ext cx="0" cy="410209"/>
          </a:xfrm>
          <a:prstGeom prst="line">
            <a:avLst/>
          </a:prstGeom>
          <a:ln w="63500">
            <a:gradFill>
              <a:gsLst>
                <a:gs pos="0">
                  <a:srgbClr val="F54D61"/>
                </a:gs>
                <a:gs pos="100000">
                  <a:srgbClr val="FF000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3552834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英文标题_纯色内页-右上Logo">
    <p:bg>
      <p:bgPr>
        <a:solidFill>
          <a:srgbClr val="0D31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63880" y="253505"/>
            <a:ext cx="9954000" cy="522000"/>
          </a:xfrm>
        </p:spPr>
        <p:txBody>
          <a:bodyPr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</a:lstStyle>
          <a:p>
            <a:pPr lvl="0"/>
            <a:r>
              <a:rPr lang="en-US">
                <a:sym typeface="+mn-ea"/>
              </a:rPr>
              <a:t>Click to edit Master title style</a:t>
            </a:r>
            <a:endParaRPr dirty="0">
              <a:sym typeface="+mn-ea"/>
            </a:endParaRPr>
          </a:p>
        </p:txBody>
      </p:sp>
      <p:cxnSp>
        <p:nvCxnSpPr>
          <p:cNvPr id="4" name="直线连接符 1"/>
          <p:cNvCxnSpPr/>
          <p:nvPr>
            <p:custDataLst>
              <p:tags r:id="rId2"/>
            </p:custDataLst>
          </p:nvPr>
        </p:nvCxnSpPr>
        <p:spPr>
          <a:xfrm>
            <a:off x="526431" y="333197"/>
            <a:ext cx="0" cy="576000"/>
          </a:xfrm>
          <a:prstGeom prst="line">
            <a:avLst/>
          </a:prstGeom>
          <a:ln w="63500">
            <a:gradFill>
              <a:gsLst>
                <a:gs pos="0">
                  <a:srgbClr val="F54D61"/>
                </a:gs>
                <a:gs pos="100000">
                  <a:srgbClr val="FF000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占位符 1"/>
          <p:cNvSpPr>
            <a:spLocks noGrp="1"/>
          </p:cNvSpPr>
          <p:nvPr>
            <p:ph type="body" idx="10"/>
            <p:custDataLst>
              <p:tags r:id="rId3"/>
            </p:custDataLst>
          </p:nvPr>
        </p:nvSpPr>
        <p:spPr>
          <a:xfrm>
            <a:off x="563880" y="716208"/>
            <a:ext cx="9954260" cy="25560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kumimoji="0" lang="zh-CN" altLang="en-US" sz="1200" b="0" i="0" u="none" strike="noStrike" kern="1200" cap="none" spc="0" normalizeH="0" baseline="0" noProof="1" smtClean="0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pic>
        <p:nvPicPr>
          <p:cNvPr id="7" name="图片 6" descr="D:/华锐技术/01 公司品宣/华锐LOGO/华锐LOGO组合方式/华锐技术LOGO标准组合-横版中英文（文字反白）.png华锐技术LOGO标准组合-横版中英文（文字反白）"/>
          <p:cNvPicPr>
            <a:picLocks noChangeAspect="1"/>
          </p:cNvPicPr>
          <p:nvPr/>
        </p:nvPicPr>
        <p:blipFill>
          <a:blip r:embed="rId5" cstate="screen"/>
          <a:srcRect/>
          <a:stretch>
            <a:fillRect/>
          </a:stretch>
        </p:blipFill>
        <p:spPr>
          <a:xfrm>
            <a:off x="10679430" y="321310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0499064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标题_纯白-右上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D:/华锐技术/01 公司品宣/华锐LOGO/华锐LOGO组合方式/华锐技术LOGO标准组合-横版中英文.png华锐技术LOGO标准组合-横版中英文"/>
          <p:cNvPicPr>
            <a:picLocks noChangeAspect="1"/>
          </p:cNvPicPr>
          <p:nvPr/>
        </p:nvPicPr>
        <p:blipFill>
          <a:blip r:embed="rId4" cstate="screen"/>
          <a:srcRect/>
          <a:stretch>
            <a:fillRect/>
          </a:stretch>
        </p:blipFill>
        <p:spPr>
          <a:xfrm>
            <a:off x="10679430" y="319772"/>
            <a:ext cx="1155600" cy="2432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63880" y="253505"/>
            <a:ext cx="9954000" cy="522000"/>
          </a:xfrm>
        </p:spPr>
        <p:txBody>
          <a:bodyPr anchor="ctr" anchorCtr="0"/>
          <a:lstStyle>
            <a:lvl1pPr>
              <a:lnSpc>
                <a:spcPct val="100000"/>
              </a:lnSpc>
              <a:defRPr sz="2800" b="1">
                <a:solidFill>
                  <a:srgbClr val="203864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cxnSp>
        <p:nvCxnSpPr>
          <p:cNvPr id="4" name="直线连接符 1"/>
          <p:cNvCxnSpPr/>
          <p:nvPr>
            <p:custDataLst>
              <p:tags r:id="rId2"/>
            </p:custDataLst>
          </p:nvPr>
        </p:nvCxnSpPr>
        <p:spPr>
          <a:xfrm>
            <a:off x="526415" y="332740"/>
            <a:ext cx="0" cy="410209"/>
          </a:xfrm>
          <a:prstGeom prst="line">
            <a:avLst/>
          </a:prstGeom>
          <a:ln w="63500">
            <a:gradFill>
              <a:gsLst>
                <a:gs pos="0">
                  <a:srgbClr val="F54D61"/>
                </a:gs>
                <a:gs pos="100000">
                  <a:srgbClr val="FF000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2909448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英文标题_纯白-右上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3880" y="252730"/>
            <a:ext cx="9954000" cy="522000"/>
          </a:xfrm>
        </p:spPr>
        <p:txBody>
          <a:bodyPr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smtClean="0">
                <a:solidFill>
                  <a:srgbClr val="203864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</a:lstStyle>
          <a:p>
            <a:pPr lvl="0"/>
            <a:r>
              <a:rPr lang="en-US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563880" y="715645"/>
            <a:ext cx="9954260" cy="25560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kumimoji="0" lang="zh-CN" altLang="en-US" sz="1200" b="0" i="0" u="none" strike="noStrike" kern="1200" cap="none" spc="0" normalizeH="0" baseline="0" noProof="1" smtClean="0">
                <a:solidFill>
                  <a:srgbClr val="939AB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cxnSp>
        <p:nvCxnSpPr>
          <p:cNvPr id="6" name="直线连接符 1"/>
          <p:cNvCxnSpPr/>
          <p:nvPr>
            <p:custDataLst>
              <p:tags r:id="rId1"/>
            </p:custDataLst>
          </p:nvPr>
        </p:nvCxnSpPr>
        <p:spPr>
          <a:xfrm>
            <a:off x="526431" y="331292"/>
            <a:ext cx="0" cy="576000"/>
          </a:xfrm>
          <a:prstGeom prst="line">
            <a:avLst/>
          </a:prstGeom>
          <a:ln w="63500">
            <a:gradFill>
              <a:gsLst>
                <a:gs pos="0">
                  <a:srgbClr val="F54D61"/>
                </a:gs>
                <a:gs pos="100000">
                  <a:srgbClr val="FF000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D:/华锐技术/01 公司品宣/华锐LOGO/华锐LOGO组合方式/华锐技术LOGO标准组合-横版中英文.png华锐技术LOGO标准组合-横版中英文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 cstate="screen"/>
          <a:srcRect/>
          <a:stretch>
            <a:fillRect/>
          </a:stretch>
        </p:blipFill>
        <p:spPr>
          <a:xfrm>
            <a:off x="10679430" y="319772"/>
            <a:ext cx="1155600" cy="243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26305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纯色内页（旧版兼容）-右上Logo">
    <p:bg>
      <p:bgPr>
        <a:solidFill>
          <a:srgbClr val="0D31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0679430" y="318135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9818831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中文标题_纯色内页_右上Logo">
    <p:bg>
      <p:bgPr>
        <a:solidFill>
          <a:srgbClr val="0D31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D:/华锐技术/01 公司品宣/华锐LOGO/华锐LOGO组合方式/华锐技术LOGO标准组合-横版中英文（文字反白）.png华锐技术LOGO标准组合-横版中英文（文字反白）"/>
          <p:cNvPicPr>
            <a:picLocks noChangeAspect="1"/>
          </p:cNvPicPr>
          <p:nvPr/>
        </p:nvPicPr>
        <p:blipFill>
          <a:blip r:embed="rId4" cstate="screen"/>
          <a:srcRect/>
          <a:stretch>
            <a:fillRect/>
          </a:stretch>
        </p:blipFill>
        <p:spPr>
          <a:xfrm>
            <a:off x="10679430" y="321310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63880" y="253505"/>
            <a:ext cx="9954895" cy="521970"/>
          </a:xfrm>
        </p:spPr>
        <p:txBody>
          <a:bodyPr anchor="ctr" anchorCtr="0"/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cxnSp>
        <p:nvCxnSpPr>
          <p:cNvPr id="8" name="直线连接符 1"/>
          <p:cNvCxnSpPr/>
          <p:nvPr>
            <p:custDataLst>
              <p:tags r:id="rId2"/>
            </p:custDataLst>
          </p:nvPr>
        </p:nvCxnSpPr>
        <p:spPr>
          <a:xfrm>
            <a:off x="526415" y="332740"/>
            <a:ext cx="0" cy="404378"/>
          </a:xfrm>
          <a:prstGeom prst="line">
            <a:avLst/>
          </a:prstGeom>
          <a:ln w="63500">
            <a:gradFill>
              <a:gsLst>
                <a:gs pos="0">
                  <a:srgbClr val="F54D61"/>
                </a:gs>
                <a:gs pos="100000">
                  <a:srgbClr val="FF000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4899303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1363523" y="7885708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867523" y="7885708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9629123" y="7885708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361220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渐变内页-右上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-635" y="0"/>
            <a:ext cx="12192635" cy="6858000"/>
          </a:xfrm>
          <a:prstGeom prst="rect">
            <a:avLst/>
          </a:prstGeom>
          <a:gradFill>
            <a:gsLst>
              <a:gs pos="0">
                <a:srgbClr val="2D507C"/>
              </a:gs>
              <a:gs pos="100000">
                <a:srgbClr val="020B31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034A7C"/>
              </a:gs>
              <a:gs pos="100000">
                <a:srgbClr val="020B31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144778"/>
              </a:gs>
              <a:gs pos="100000">
                <a:srgbClr val="071E47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 descr="D:/华锐技术/01 公司品宣/华锐LOGO/华锐LOGO组合方式/华锐技术LOGO标准组合-横版中英文（文字反白）.png华锐技术LOGO标准组合-横版中英文（文字反白）"/>
          <p:cNvPicPr>
            <a:picLocks noChangeAspect="1"/>
          </p:cNvPicPr>
          <p:nvPr/>
        </p:nvPicPr>
        <p:blipFill>
          <a:blip r:embed="rId2" cstate="screen"/>
          <a:srcRect/>
          <a:stretch>
            <a:fillRect/>
          </a:stretch>
        </p:blipFill>
        <p:spPr>
          <a:xfrm>
            <a:off x="10679430" y="321310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1332748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渐变内页-右上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-635" y="0"/>
            <a:ext cx="12192635" cy="6858000"/>
          </a:xfrm>
          <a:prstGeom prst="rect">
            <a:avLst/>
          </a:prstGeom>
          <a:gradFill>
            <a:gsLst>
              <a:gs pos="0">
                <a:srgbClr val="2D507C"/>
              </a:gs>
              <a:gs pos="100000">
                <a:srgbClr val="020B31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034A7C"/>
              </a:gs>
              <a:gs pos="100000">
                <a:srgbClr val="020B31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144778"/>
              </a:gs>
              <a:gs pos="100000">
                <a:srgbClr val="071E47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63880" y="253505"/>
            <a:ext cx="9954000" cy="522000"/>
          </a:xfrm>
        </p:spPr>
        <p:txBody>
          <a:bodyPr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</a:lstStyle>
          <a:p>
            <a:pPr lvl="0"/>
            <a:r>
              <a:rPr lang="en-US">
                <a:sym typeface="+mn-ea"/>
              </a:rPr>
              <a:t>Click to edit Master title style</a:t>
            </a:r>
            <a:endParaRPr dirty="0">
              <a:sym typeface="+mn-ea"/>
            </a:endParaRPr>
          </a:p>
        </p:txBody>
      </p:sp>
      <p:cxnSp>
        <p:nvCxnSpPr>
          <p:cNvPr id="6" name="直线连接符 1"/>
          <p:cNvCxnSpPr/>
          <p:nvPr>
            <p:custDataLst>
              <p:tags r:id="rId2"/>
            </p:custDataLst>
          </p:nvPr>
        </p:nvCxnSpPr>
        <p:spPr>
          <a:xfrm>
            <a:off x="526431" y="333197"/>
            <a:ext cx="0" cy="576000"/>
          </a:xfrm>
          <a:prstGeom prst="line">
            <a:avLst/>
          </a:prstGeom>
          <a:ln w="63500">
            <a:gradFill>
              <a:gsLst>
                <a:gs pos="0">
                  <a:srgbClr val="F54D61"/>
                </a:gs>
                <a:gs pos="100000">
                  <a:srgbClr val="FF000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6"/>
          <p:cNvSpPr>
            <a:spLocks noGrp="1"/>
          </p:cNvSpPr>
          <p:nvPr>
            <p:ph type="body" idx="10"/>
            <p:custDataLst>
              <p:tags r:id="rId3"/>
            </p:custDataLst>
          </p:nvPr>
        </p:nvSpPr>
        <p:spPr>
          <a:xfrm>
            <a:off x="563880" y="716208"/>
            <a:ext cx="9954260" cy="25560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kumimoji="0" lang="zh-CN" altLang="en-US" sz="1200" b="0" i="0" u="none" strike="noStrike" kern="1200" cap="none" spc="0" normalizeH="0" baseline="0" noProof="1" smtClean="0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pic>
        <p:nvPicPr>
          <p:cNvPr id="8" name="图片 7" descr="D:/华锐技术/01 公司品宣/华锐LOGO/华锐LOGO组合方式/华锐技术LOGO标准组合-横版中英文（文字反白）.png华锐技术LOGO标准组合-横版中英文（文字反白）"/>
          <p:cNvPicPr>
            <a:picLocks noChangeAspect="1"/>
          </p:cNvPicPr>
          <p:nvPr/>
        </p:nvPicPr>
        <p:blipFill>
          <a:blip r:embed="rId5" cstate="screen"/>
          <a:srcRect/>
          <a:stretch>
            <a:fillRect/>
          </a:stretch>
        </p:blipFill>
        <p:spPr>
          <a:xfrm>
            <a:off x="10679430" y="321310"/>
            <a:ext cx="1155065" cy="24317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19224105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1_无标题_纯色内页-右上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Rounded Rectangle 22"/>
          <p:cNvSpPr/>
          <p:nvPr/>
        </p:nvSpPr>
        <p:spPr>
          <a:xfrm>
            <a:off x="12323199" y="138429"/>
            <a:ext cx="307976" cy="306071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25" name="文本框 39"/>
          <p:cNvSpPr txBox="1"/>
          <p:nvPr/>
        </p:nvSpPr>
        <p:spPr>
          <a:xfrm>
            <a:off x="13206730" y="138429"/>
            <a:ext cx="836296" cy="3073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标题文字</a:t>
            </a:r>
          </a:p>
        </p:txBody>
      </p:sp>
      <p:sp>
        <p:nvSpPr>
          <p:cNvPr id="1226" name="文本框 75"/>
          <p:cNvSpPr txBox="1"/>
          <p:nvPr/>
        </p:nvSpPr>
        <p:spPr>
          <a:xfrm>
            <a:off x="12270104" y="-368321"/>
            <a:ext cx="455296" cy="5232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深色背景</a:t>
            </a:r>
          </a:p>
        </p:txBody>
      </p:sp>
      <p:sp>
        <p:nvSpPr>
          <p:cNvPr id="1227" name="Rounded Rectangle 22"/>
          <p:cNvSpPr/>
          <p:nvPr/>
        </p:nvSpPr>
        <p:spPr>
          <a:xfrm>
            <a:off x="12837159" y="138429"/>
            <a:ext cx="307976" cy="306071"/>
          </a:xfrm>
          <a:prstGeom prst="rect">
            <a:avLst/>
          </a:prstGeom>
          <a:solidFill>
            <a:srgbClr val="28376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28" name="Rounded Rectangle 22"/>
          <p:cNvSpPr/>
          <p:nvPr/>
        </p:nvSpPr>
        <p:spPr>
          <a:xfrm>
            <a:off x="12323199" y="568325"/>
            <a:ext cx="307976" cy="306071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29" name="Rounded Rectangle 22"/>
          <p:cNvSpPr/>
          <p:nvPr/>
        </p:nvSpPr>
        <p:spPr>
          <a:xfrm>
            <a:off x="12837159" y="568325"/>
            <a:ext cx="307976" cy="306071"/>
          </a:xfrm>
          <a:prstGeom prst="rect">
            <a:avLst/>
          </a:prstGeom>
          <a:solidFill>
            <a:srgbClr val="41507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0" name="文本框 79"/>
          <p:cNvSpPr txBox="1"/>
          <p:nvPr/>
        </p:nvSpPr>
        <p:spPr>
          <a:xfrm>
            <a:off x="13206730" y="583565"/>
            <a:ext cx="836296" cy="3073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正文文字</a:t>
            </a:r>
          </a:p>
        </p:txBody>
      </p:sp>
      <p:sp>
        <p:nvSpPr>
          <p:cNvPr id="1231" name="Rounded Rectangle 22"/>
          <p:cNvSpPr/>
          <p:nvPr/>
        </p:nvSpPr>
        <p:spPr>
          <a:xfrm>
            <a:off x="12323199" y="998219"/>
            <a:ext cx="307976" cy="306071"/>
          </a:xfrm>
          <a:prstGeom prst="rect">
            <a:avLst/>
          </a:prstGeom>
          <a:solidFill>
            <a:srgbClr val="D9D9D9"/>
          </a:solidFill>
          <a:ln w="6350">
            <a:solidFill>
              <a:srgbClr val="59595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2" name="Rounded Rectangle 22"/>
          <p:cNvSpPr/>
          <p:nvPr/>
        </p:nvSpPr>
        <p:spPr>
          <a:xfrm>
            <a:off x="12837159" y="998219"/>
            <a:ext cx="307976" cy="306071"/>
          </a:xfrm>
          <a:prstGeom prst="rect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3" name="Rounded Rectangle 22"/>
          <p:cNvSpPr/>
          <p:nvPr/>
        </p:nvSpPr>
        <p:spPr>
          <a:xfrm>
            <a:off x="12323199" y="2434845"/>
            <a:ext cx="307976" cy="306071"/>
          </a:xfrm>
          <a:prstGeom prst="rect">
            <a:avLst/>
          </a:prstGeom>
          <a:solidFill>
            <a:srgbClr val="F54D6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4" name="Rounded Rectangle 22"/>
          <p:cNvSpPr/>
          <p:nvPr/>
        </p:nvSpPr>
        <p:spPr>
          <a:xfrm>
            <a:off x="12323199" y="2060566"/>
            <a:ext cx="307976" cy="306071"/>
          </a:xfrm>
          <a:prstGeom prst="rect">
            <a:avLst/>
          </a:prstGeom>
          <a:solidFill>
            <a:srgbClr val="F889A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5" name="Rounded Rectangle 22"/>
          <p:cNvSpPr/>
          <p:nvPr/>
        </p:nvSpPr>
        <p:spPr>
          <a:xfrm>
            <a:off x="12323199" y="3183406"/>
            <a:ext cx="307976" cy="306071"/>
          </a:xfrm>
          <a:prstGeom prst="rect">
            <a:avLst/>
          </a:prstGeom>
          <a:solidFill>
            <a:srgbClr val="F8A21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6" name="Rounded Rectangle 22"/>
          <p:cNvSpPr/>
          <p:nvPr/>
        </p:nvSpPr>
        <p:spPr>
          <a:xfrm>
            <a:off x="12707078" y="3183406"/>
            <a:ext cx="307976" cy="306071"/>
          </a:xfrm>
          <a:prstGeom prst="rect">
            <a:avLst/>
          </a:prstGeom>
          <a:solidFill>
            <a:srgbClr val="E3AB4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7" name="Rounded Rectangle 22"/>
          <p:cNvSpPr/>
          <p:nvPr/>
        </p:nvSpPr>
        <p:spPr>
          <a:xfrm>
            <a:off x="12707078" y="3554233"/>
            <a:ext cx="307976" cy="306071"/>
          </a:xfrm>
          <a:prstGeom prst="rect">
            <a:avLst/>
          </a:prstGeom>
          <a:solidFill>
            <a:srgbClr val="EBD86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8" name="Rounded Rectangle 22"/>
          <p:cNvSpPr/>
          <p:nvPr/>
        </p:nvSpPr>
        <p:spPr>
          <a:xfrm>
            <a:off x="12323199" y="3931965"/>
            <a:ext cx="307976" cy="306071"/>
          </a:xfrm>
          <a:prstGeom prst="rect">
            <a:avLst/>
          </a:prstGeom>
          <a:solidFill>
            <a:srgbClr val="53E0B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9" name="Rounded Rectangle 22"/>
          <p:cNvSpPr/>
          <p:nvPr/>
        </p:nvSpPr>
        <p:spPr>
          <a:xfrm>
            <a:off x="12323199" y="4306246"/>
            <a:ext cx="307976" cy="306071"/>
          </a:xfrm>
          <a:prstGeom prst="rect">
            <a:avLst/>
          </a:prstGeom>
          <a:solidFill>
            <a:srgbClr val="3EC2A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0" name="Rounded Rectangle 22"/>
          <p:cNvSpPr/>
          <p:nvPr/>
        </p:nvSpPr>
        <p:spPr>
          <a:xfrm>
            <a:off x="12710662" y="5047748"/>
            <a:ext cx="307976" cy="306071"/>
          </a:xfrm>
          <a:prstGeom prst="rect">
            <a:avLst/>
          </a:prstGeom>
          <a:solidFill>
            <a:srgbClr val="46D0F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1" name="Rounded Rectangle 22"/>
          <p:cNvSpPr/>
          <p:nvPr/>
        </p:nvSpPr>
        <p:spPr>
          <a:xfrm>
            <a:off x="12323199" y="5429086"/>
            <a:ext cx="307976" cy="306071"/>
          </a:xfrm>
          <a:prstGeom prst="rect">
            <a:avLst/>
          </a:prstGeom>
          <a:solidFill>
            <a:srgbClr val="2B5EC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2" name="Rounded Rectangle 22"/>
          <p:cNvSpPr/>
          <p:nvPr/>
        </p:nvSpPr>
        <p:spPr>
          <a:xfrm>
            <a:off x="12323199" y="5803365"/>
            <a:ext cx="307976" cy="306071"/>
          </a:xfrm>
          <a:prstGeom prst="rect">
            <a:avLst/>
          </a:prstGeom>
          <a:solidFill>
            <a:srgbClr val="225FD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3" name="Rounded Rectangle 22"/>
          <p:cNvSpPr/>
          <p:nvPr/>
        </p:nvSpPr>
        <p:spPr>
          <a:xfrm>
            <a:off x="12323199" y="6177646"/>
            <a:ext cx="307976" cy="306071"/>
          </a:xfrm>
          <a:prstGeom prst="rect">
            <a:avLst/>
          </a:prstGeom>
          <a:solidFill>
            <a:srgbClr val="5E7AF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4" name="Rounded Rectangle 22"/>
          <p:cNvSpPr/>
          <p:nvPr/>
        </p:nvSpPr>
        <p:spPr>
          <a:xfrm>
            <a:off x="12323199" y="6551930"/>
            <a:ext cx="307976" cy="306071"/>
          </a:xfrm>
          <a:prstGeom prst="rect">
            <a:avLst/>
          </a:prstGeom>
          <a:solidFill>
            <a:srgbClr val="8F7FE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5" name="文本框 3"/>
          <p:cNvSpPr txBox="1"/>
          <p:nvPr/>
        </p:nvSpPr>
        <p:spPr>
          <a:xfrm>
            <a:off x="11861564" y="9008232"/>
            <a:ext cx="1480655" cy="5232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r>
              <a:t>在这占位</a:t>
            </a:r>
          </a:p>
          <a:p>
            <a: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r>
              <a:t>防止轻易跨页滚动</a:t>
            </a:r>
          </a:p>
        </p:txBody>
      </p:sp>
      <p:sp>
        <p:nvSpPr>
          <p:cNvPr id="1246" name="Rounded Rectangle 21"/>
          <p:cNvSpPr/>
          <p:nvPr/>
        </p:nvSpPr>
        <p:spPr>
          <a:xfrm>
            <a:off x="12707083" y="6551930"/>
            <a:ext cx="307975" cy="306071"/>
          </a:xfrm>
          <a:prstGeom prst="rect">
            <a:avLst/>
          </a:prstGeom>
          <a:solidFill>
            <a:srgbClr val="5F4FB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7" name="矩形 12"/>
          <p:cNvSpPr/>
          <p:nvPr/>
        </p:nvSpPr>
        <p:spPr>
          <a:xfrm>
            <a:off x="12321702" y="5052467"/>
            <a:ext cx="307976" cy="298736"/>
          </a:xfrm>
          <a:prstGeom prst="rect">
            <a:avLst/>
          </a:prstGeom>
          <a:solidFill>
            <a:srgbClr val="2FE0FF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48" name="矩形 15"/>
          <p:cNvSpPr/>
          <p:nvPr/>
        </p:nvSpPr>
        <p:spPr>
          <a:xfrm>
            <a:off x="12323199" y="2801697"/>
            <a:ext cx="307976" cy="304132"/>
          </a:xfrm>
          <a:prstGeom prst="rect">
            <a:avLst/>
          </a:prstGeom>
          <a:solidFill>
            <a:srgbClr val="FF6E17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49" name="矩形 16"/>
          <p:cNvSpPr/>
          <p:nvPr/>
        </p:nvSpPr>
        <p:spPr>
          <a:xfrm>
            <a:off x="12323198" y="3560226"/>
            <a:ext cx="307976" cy="300078"/>
          </a:xfrm>
          <a:prstGeom prst="rect">
            <a:avLst/>
          </a:prstGeom>
          <a:solidFill>
            <a:srgbClr val="E53935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50" name="Rounded Rectangle 22"/>
          <p:cNvSpPr/>
          <p:nvPr/>
        </p:nvSpPr>
        <p:spPr>
          <a:xfrm>
            <a:off x="12707080" y="5803365"/>
            <a:ext cx="307976" cy="306071"/>
          </a:xfrm>
          <a:prstGeom prst="rect">
            <a:avLst/>
          </a:prstGeom>
          <a:solidFill>
            <a:srgbClr val="1B327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1" name="Rounded Rectangle 22"/>
          <p:cNvSpPr/>
          <p:nvPr/>
        </p:nvSpPr>
        <p:spPr>
          <a:xfrm>
            <a:off x="12705584" y="4671210"/>
            <a:ext cx="307976" cy="306072"/>
          </a:xfrm>
          <a:prstGeom prst="rect">
            <a:avLst/>
          </a:prstGeom>
          <a:solidFill>
            <a:srgbClr val="2C88B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2" name="Rounded Rectangle 22"/>
          <p:cNvSpPr/>
          <p:nvPr/>
        </p:nvSpPr>
        <p:spPr>
          <a:xfrm>
            <a:off x="12321702" y="4671731"/>
            <a:ext cx="307976" cy="306071"/>
          </a:xfrm>
          <a:prstGeom prst="rect">
            <a:avLst/>
          </a:prstGeom>
          <a:solidFill>
            <a:srgbClr val="3B7DD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3" name="文本框 17"/>
          <p:cNvSpPr txBox="1"/>
          <p:nvPr/>
        </p:nvSpPr>
        <p:spPr>
          <a:xfrm>
            <a:off x="13206730" y="998219"/>
            <a:ext cx="836296" cy="3073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辅助文字</a:t>
            </a:r>
          </a:p>
        </p:txBody>
      </p:sp>
      <p:sp>
        <p:nvSpPr>
          <p:cNvPr id="1254" name="文本框 20"/>
          <p:cNvSpPr txBox="1"/>
          <p:nvPr/>
        </p:nvSpPr>
        <p:spPr>
          <a:xfrm>
            <a:off x="12785911" y="-368321"/>
            <a:ext cx="455296" cy="5232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白色背景</a:t>
            </a:r>
          </a:p>
        </p:txBody>
      </p:sp>
      <p:sp>
        <p:nvSpPr>
          <p:cNvPr id="1255" name="Rounded Rectangle 22"/>
          <p:cNvSpPr/>
          <p:nvPr/>
        </p:nvSpPr>
        <p:spPr>
          <a:xfrm>
            <a:off x="409114" y="6909434"/>
            <a:ext cx="307976" cy="306071"/>
          </a:xfrm>
          <a:prstGeom prst="rect">
            <a:avLst/>
          </a:prstGeom>
          <a:solidFill>
            <a:srgbClr val="F54D6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6" name="Rounded Rectangle 22"/>
          <p:cNvSpPr/>
          <p:nvPr/>
        </p:nvSpPr>
        <p:spPr>
          <a:xfrm>
            <a:off x="0" y="6909434"/>
            <a:ext cx="307975" cy="306071"/>
          </a:xfrm>
          <a:prstGeom prst="rect">
            <a:avLst/>
          </a:prstGeom>
          <a:solidFill>
            <a:srgbClr val="F889A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7" name="Rounded Rectangle 22"/>
          <p:cNvSpPr/>
          <p:nvPr/>
        </p:nvSpPr>
        <p:spPr>
          <a:xfrm>
            <a:off x="1227345" y="6909434"/>
            <a:ext cx="307976" cy="306071"/>
          </a:xfrm>
          <a:prstGeom prst="rect">
            <a:avLst/>
          </a:prstGeom>
          <a:solidFill>
            <a:srgbClr val="F8A21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8" name="Rounded Rectangle 22"/>
          <p:cNvSpPr/>
          <p:nvPr/>
        </p:nvSpPr>
        <p:spPr>
          <a:xfrm>
            <a:off x="1636459" y="6909434"/>
            <a:ext cx="307976" cy="306071"/>
          </a:xfrm>
          <a:prstGeom prst="rect">
            <a:avLst/>
          </a:prstGeom>
          <a:solidFill>
            <a:srgbClr val="E3AB4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9" name="Rounded Rectangle 22"/>
          <p:cNvSpPr/>
          <p:nvPr/>
        </p:nvSpPr>
        <p:spPr>
          <a:xfrm>
            <a:off x="2454690" y="6909434"/>
            <a:ext cx="307976" cy="306071"/>
          </a:xfrm>
          <a:prstGeom prst="rect">
            <a:avLst/>
          </a:prstGeom>
          <a:solidFill>
            <a:srgbClr val="EBD86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0" name="Rounded Rectangle 22"/>
          <p:cNvSpPr/>
          <p:nvPr/>
        </p:nvSpPr>
        <p:spPr>
          <a:xfrm>
            <a:off x="2863805" y="6909434"/>
            <a:ext cx="307976" cy="306071"/>
          </a:xfrm>
          <a:prstGeom prst="rect">
            <a:avLst/>
          </a:prstGeom>
          <a:solidFill>
            <a:srgbClr val="53E0B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1" name="Rounded Rectangle 22"/>
          <p:cNvSpPr/>
          <p:nvPr/>
        </p:nvSpPr>
        <p:spPr>
          <a:xfrm>
            <a:off x="3272919" y="6909434"/>
            <a:ext cx="307976" cy="306071"/>
          </a:xfrm>
          <a:prstGeom prst="rect">
            <a:avLst/>
          </a:prstGeom>
          <a:solidFill>
            <a:srgbClr val="3EC2A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2" name="Rounded Rectangle 22"/>
          <p:cNvSpPr/>
          <p:nvPr/>
        </p:nvSpPr>
        <p:spPr>
          <a:xfrm>
            <a:off x="4909380" y="6909434"/>
            <a:ext cx="307976" cy="306071"/>
          </a:xfrm>
          <a:prstGeom prst="rect">
            <a:avLst/>
          </a:prstGeom>
          <a:solidFill>
            <a:srgbClr val="46D0F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3" name="Rounded Rectangle 22"/>
          <p:cNvSpPr/>
          <p:nvPr/>
        </p:nvSpPr>
        <p:spPr>
          <a:xfrm>
            <a:off x="5318495" y="6909434"/>
            <a:ext cx="307976" cy="306071"/>
          </a:xfrm>
          <a:prstGeom prst="rect">
            <a:avLst/>
          </a:prstGeom>
          <a:solidFill>
            <a:srgbClr val="2B5EC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4" name="Rounded Rectangle 22"/>
          <p:cNvSpPr/>
          <p:nvPr/>
        </p:nvSpPr>
        <p:spPr>
          <a:xfrm>
            <a:off x="5727610" y="6909434"/>
            <a:ext cx="307976" cy="306071"/>
          </a:xfrm>
          <a:prstGeom prst="rect">
            <a:avLst/>
          </a:prstGeom>
          <a:solidFill>
            <a:srgbClr val="225FD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5" name="Rounded Rectangle 22"/>
          <p:cNvSpPr/>
          <p:nvPr/>
        </p:nvSpPr>
        <p:spPr>
          <a:xfrm>
            <a:off x="6545839" y="6909434"/>
            <a:ext cx="307976" cy="306071"/>
          </a:xfrm>
          <a:prstGeom prst="rect">
            <a:avLst/>
          </a:prstGeom>
          <a:solidFill>
            <a:srgbClr val="5E7AF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6" name="Rounded Rectangle 22"/>
          <p:cNvSpPr/>
          <p:nvPr/>
        </p:nvSpPr>
        <p:spPr>
          <a:xfrm>
            <a:off x="6954955" y="6909434"/>
            <a:ext cx="307976" cy="306071"/>
          </a:xfrm>
          <a:prstGeom prst="rect">
            <a:avLst/>
          </a:prstGeom>
          <a:solidFill>
            <a:srgbClr val="8F7FE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7" name="Rounded Rectangle 21"/>
          <p:cNvSpPr/>
          <p:nvPr/>
        </p:nvSpPr>
        <p:spPr>
          <a:xfrm>
            <a:off x="7364063" y="6909434"/>
            <a:ext cx="307975" cy="306071"/>
          </a:xfrm>
          <a:prstGeom prst="rect">
            <a:avLst/>
          </a:prstGeom>
          <a:solidFill>
            <a:srgbClr val="5F4FB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8" name="矩形 44"/>
          <p:cNvSpPr/>
          <p:nvPr/>
        </p:nvSpPr>
        <p:spPr>
          <a:xfrm>
            <a:off x="4500264" y="6909434"/>
            <a:ext cx="307976" cy="298736"/>
          </a:xfrm>
          <a:prstGeom prst="rect">
            <a:avLst/>
          </a:prstGeom>
          <a:solidFill>
            <a:srgbClr val="2FE0FF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69" name="矩形 45"/>
          <p:cNvSpPr/>
          <p:nvPr/>
        </p:nvSpPr>
        <p:spPr>
          <a:xfrm>
            <a:off x="818229" y="6909434"/>
            <a:ext cx="307976" cy="304132"/>
          </a:xfrm>
          <a:prstGeom prst="rect">
            <a:avLst/>
          </a:prstGeom>
          <a:solidFill>
            <a:srgbClr val="FF6E17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70" name="矩形 46"/>
          <p:cNvSpPr/>
          <p:nvPr/>
        </p:nvSpPr>
        <p:spPr>
          <a:xfrm>
            <a:off x="2045574" y="6909434"/>
            <a:ext cx="307976" cy="300078"/>
          </a:xfrm>
          <a:prstGeom prst="rect">
            <a:avLst/>
          </a:prstGeom>
          <a:solidFill>
            <a:srgbClr val="E53935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71" name="Rounded Rectangle 22"/>
          <p:cNvSpPr/>
          <p:nvPr/>
        </p:nvSpPr>
        <p:spPr>
          <a:xfrm>
            <a:off x="6136725" y="6909434"/>
            <a:ext cx="307976" cy="306071"/>
          </a:xfrm>
          <a:prstGeom prst="rect">
            <a:avLst/>
          </a:prstGeom>
          <a:solidFill>
            <a:srgbClr val="1B327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72" name="Rounded Rectangle 22"/>
          <p:cNvSpPr/>
          <p:nvPr/>
        </p:nvSpPr>
        <p:spPr>
          <a:xfrm>
            <a:off x="4091149" y="6909434"/>
            <a:ext cx="307976" cy="306071"/>
          </a:xfrm>
          <a:prstGeom prst="rect">
            <a:avLst/>
          </a:prstGeom>
          <a:solidFill>
            <a:srgbClr val="2C88B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73" name="Rounded Rectangle 22"/>
          <p:cNvSpPr/>
          <p:nvPr/>
        </p:nvSpPr>
        <p:spPr>
          <a:xfrm>
            <a:off x="3682034" y="6909434"/>
            <a:ext cx="307976" cy="306071"/>
          </a:xfrm>
          <a:prstGeom prst="rect">
            <a:avLst/>
          </a:prstGeom>
          <a:solidFill>
            <a:srgbClr val="3B7DD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grpSp>
        <p:nvGrpSpPr>
          <p:cNvPr id="1278" name="圆柱形 24"/>
          <p:cNvGrpSpPr/>
          <p:nvPr/>
        </p:nvGrpSpPr>
        <p:grpSpPr>
          <a:xfrm>
            <a:off x="-10160" y="7511415"/>
            <a:ext cx="1136651" cy="294641"/>
            <a:chOff x="0" y="0"/>
            <a:chExt cx="1136650" cy="294640"/>
          </a:xfrm>
        </p:grpSpPr>
        <p:grpSp>
          <p:nvGrpSpPr>
            <p:cNvPr id="1276" name="成组"/>
            <p:cNvGrpSpPr/>
            <p:nvPr/>
          </p:nvGrpSpPr>
          <p:grpSpPr>
            <a:xfrm>
              <a:off x="0" y="-1"/>
              <a:ext cx="1136651" cy="294642"/>
              <a:chOff x="0" y="0"/>
              <a:chExt cx="1136650" cy="294640"/>
            </a:xfrm>
          </p:grpSpPr>
          <p:sp>
            <p:nvSpPr>
              <p:cNvPr id="1274" name="形状"/>
              <p:cNvSpPr/>
              <p:nvPr/>
            </p:nvSpPr>
            <p:spPr>
              <a:xfrm rot="5400000">
                <a:off x="421005" y="-421006"/>
                <a:ext cx="294641" cy="11366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286"/>
                    </a:moveTo>
                    <a:cubicBezTo>
                      <a:pt x="0" y="576"/>
                      <a:pt x="4835" y="0"/>
                      <a:pt x="10800" y="0"/>
                    </a:cubicBezTo>
                    <a:cubicBezTo>
                      <a:pt x="16765" y="0"/>
                      <a:pt x="21600" y="576"/>
                      <a:pt x="21600" y="1286"/>
                    </a:cubicBezTo>
                    <a:lnTo>
                      <a:pt x="21600" y="20314"/>
                    </a:lnTo>
                    <a:cubicBezTo>
                      <a:pt x="21600" y="21024"/>
                      <a:pt x="16765" y="21600"/>
                      <a:pt x="10800" y="21600"/>
                    </a:cubicBezTo>
                    <a:cubicBezTo>
                      <a:pt x="4835" y="21600"/>
                      <a:pt x="0" y="21024"/>
                      <a:pt x="0" y="203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300"/>
                </a:pPr>
                <a:endParaRPr/>
              </a:p>
            </p:txBody>
          </p:sp>
          <p:sp>
            <p:nvSpPr>
              <p:cNvPr id="1275" name="椭圆形"/>
              <p:cNvSpPr/>
              <p:nvPr/>
            </p:nvSpPr>
            <p:spPr>
              <a:xfrm rot="5400000">
                <a:off x="921647" y="79637"/>
                <a:ext cx="294641" cy="135367"/>
              </a:xfrm>
              <a:prstGeom prst="ellipse">
                <a:avLst/>
              </a:prstGeom>
              <a:solidFill>
                <a:srgbClr val="FFFFFF">
                  <a:alpha val="4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300"/>
                </a:pPr>
                <a:endParaRPr/>
              </a:p>
            </p:txBody>
          </p:sp>
        </p:grpSp>
        <p:sp>
          <p:nvSpPr>
            <p:cNvPr id="1277" name="AMI相关"/>
            <p:cNvSpPr txBox="1"/>
            <p:nvPr/>
          </p:nvSpPr>
          <p:spPr>
            <a:xfrm>
              <a:off x="67682" y="20320"/>
              <a:ext cx="933603" cy="254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14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pPr>
              <a:r>
                <a:t>AMI相关</a:t>
              </a:r>
            </a:p>
          </p:txBody>
        </p:sp>
      </p:grpSp>
      <p:grpSp>
        <p:nvGrpSpPr>
          <p:cNvPr id="1281" name="矩形: 圆角 71"/>
          <p:cNvGrpSpPr/>
          <p:nvPr/>
        </p:nvGrpSpPr>
        <p:grpSpPr>
          <a:xfrm>
            <a:off x="7771765" y="7512050"/>
            <a:ext cx="1136651" cy="348616"/>
            <a:chOff x="0" y="0"/>
            <a:chExt cx="1136650" cy="348615"/>
          </a:xfrm>
        </p:grpSpPr>
        <p:sp>
          <p:nvSpPr>
            <p:cNvPr id="1279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69"/>
              </a:avLst>
            </a:prstGeom>
            <a:solidFill>
              <a:srgbClr val="907FE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80" name="周边系统"/>
            <p:cNvSpPr txBox="1"/>
            <p:nvPr/>
          </p:nvSpPr>
          <p:spPr>
            <a:xfrm>
              <a:off x="10484" y="66357"/>
              <a:ext cx="1115682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周边系统</a:t>
              </a:r>
            </a:p>
          </p:txBody>
        </p:sp>
      </p:grpSp>
      <p:grpSp>
        <p:nvGrpSpPr>
          <p:cNvPr id="1284" name="矩形: 圆角 71"/>
          <p:cNvGrpSpPr/>
          <p:nvPr/>
        </p:nvGrpSpPr>
        <p:grpSpPr>
          <a:xfrm>
            <a:off x="9111615" y="7512050"/>
            <a:ext cx="1136651" cy="348616"/>
            <a:chOff x="0" y="0"/>
            <a:chExt cx="1136650" cy="348615"/>
          </a:xfrm>
        </p:grpSpPr>
        <p:sp>
          <p:nvSpPr>
            <p:cNvPr id="1282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70"/>
              </a:avLst>
            </a:prstGeom>
            <a:solidFill>
              <a:srgbClr val="225FD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83" name="周边系统"/>
            <p:cNvSpPr txBox="1"/>
            <p:nvPr/>
          </p:nvSpPr>
          <p:spPr>
            <a:xfrm>
              <a:off x="10485" y="66357"/>
              <a:ext cx="1115680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周边系统</a:t>
              </a:r>
            </a:p>
          </p:txBody>
        </p:sp>
      </p:grpSp>
      <p:grpSp>
        <p:nvGrpSpPr>
          <p:cNvPr id="1287" name="矩形: 圆角 71"/>
          <p:cNvGrpSpPr/>
          <p:nvPr/>
        </p:nvGrpSpPr>
        <p:grpSpPr>
          <a:xfrm>
            <a:off x="1233169" y="7511415"/>
            <a:ext cx="1136651" cy="348616"/>
            <a:chOff x="0" y="0"/>
            <a:chExt cx="1136650" cy="348615"/>
          </a:xfrm>
        </p:grpSpPr>
        <p:sp>
          <p:nvSpPr>
            <p:cNvPr id="1285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69"/>
              </a:avLst>
            </a:prstGeom>
            <a:solidFill>
              <a:srgbClr val="1B327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86" name="系统边界"/>
            <p:cNvSpPr txBox="1"/>
            <p:nvPr/>
          </p:nvSpPr>
          <p:spPr>
            <a:xfrm>
              <a:off x="10484" y="66357"/>
              <a:ext cx="1115682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系统边界</a:t>
              </a:r>
            </a:p>
          </p:txBody>
        </p:sp>
      </p:grpSp>
      <p:grpSp>
        <p:nvGrpSpPr>
          <p:cNvPr id="1290" name="矩形: 圆角 71"/>
          <p:cNvGrpSpPr/>
          <p:nvPr/>
        </p:nvGrpSpPr>
        <p:grpSpPr>
          <a:xfrm>
            <a:off x="2545079" y="7511415"/>
            <a:ext cx="1136651" cy="348616"/>
            <a:chOff x="0" y="0"/>
            <a:chExt cx="1136650" cy="348615"/>
          </a:xfrm>
        </p:grpSpPr>
        <p:sp>
          <p:nvSpPr>
            <p:cNvPr id="1288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69"/>
              </a:avLst>
            </a:prstGeom>
            <a:solidFill>
              <a:srgbClr val="225FD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89" name="内部大类"/>
            <p:cNvSpPr txBox="1"/>
            <p:nvPr/>
          </p:nvSpPr>
          <p:spPr>
            <a:xfrm>
              <a:off x="10484" y="66357"/>
              <a:ext cx="1115682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内部大类</a:t>
              </a:r>
            </a:p>
          </p:txBody>
        </p:sp>
      </p:grpSp>
      <p:grpSp>
        <p:nvGrpSpPr>
          <p:cNvPr id="1293" name="矩形: 圆角 71"/>
          <p:cNvGrpSpPr/>
          <p:nvPr/>
        </p:nvGrpSpPr>
        <p:grpSpPr>
          <a:xfrm>
            <a:off x="3772534" y="7511415"/>
            <a:ext cx="1136651" cy="348616"/>
            <a:chOff x="0" y="0"/>
            <a:chExt cx="1136650" cy="348615"/>
          </a:xfrm>
        </p:grpSpPr>
        <p:sp>
          <p:nvSpPr>
            <p:cNvPr id="1291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69"/>
              </a:avLst>
            </a:prstGeom>
            <a:solidFill>
              <a:srgbClr val="2B5EC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92" name="模块/组件"/>
            <p:cNvSpPr txBox="1"/>
            <p:nvPr/>
          </p:nvSpPr>
          <p:spPr>
            <a:xfrm>
              <a:off x="10484" y="66357"/>
              <a:ext cx="1115682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pPr>
              <a:r>
                <a:t>模块/组件</a:t>
              </a:r>
            </a:p>
          </p:txBody>
        </p:sp>
      </p:grpSp>
      <p:grpSp>
        <p:nvGrpSpPr>
          <p:cNvPr id="1296" name="矩形: 圆角 71"/>
          <p:cNvGrpSpPr/>
          <p:nvPr/>
        </p:nvGrpSpPr>
        <p:grpSpPr>
          <a:xfrm>
            <a:off x="10381615" y="7510780"/>
            <a:ext cx="1136651" cy="348616"/>
            <a:chOff x="0" y="0"/>
            <a:chExt cx="1136650" cy="348615"/>
          </a:xfrm>
        </p:grpSpPr>
        <p:sp>
          <p:nvSpPr>
            <p:cNvPr id="1294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70"/>
              </a:avLst>
            </a:prstGeom>
            <a:solidFill>
              <a:srgbClr val="73839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95" name="外部系统"/>
            <p:cNvSpPr txBox="1"/>
            <p:nvPr/>
          </p:nvSpPr>
          <p:spPr>
            <a:xfrm>
              <a:off x="10485" y="66357"/>
              <a:ext cx="1115680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外部系统</a:t>
              </a:r>
            </a:p>
          </p:txBody>
        </p:sp>
      </p:grpSp>
      <p:sp>
        <p:nvSpPr>
          <p:cNvPr id="1297" name="上箭头 52"/>
          <p:cNvSpPr/>
          <p:nvPr/>
        </p:nvSpPr>
        <p:spPr>
          <a:xfrm rot="5400000">
            <a:off x="5931534" y="7519034"/>
            <a:ext cx="248921" cy="3644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1297"/>
                </a:moveTo>
                <a:lnTo>
                  <a:pt x="10800" y="0"/>
                </a:lnTo>
                <a:lnTo>
                  <a:pt x="21600" y="11297"/>
                </a:lnTo>
                <a:lnTo>
                  <a:pt x="15243" y="11297"/>
                </a:lnTo>
                <a:lnTo>
                  <a:pt x="15243" y="21600"/>
                </a:lnTo>
                <a:lnTo>
                  <a:pt x="6357" y="21600"/>
                </a:lnTo>
                <a:lnTo>
                  <a:pt x="6357" y="11297"/>
                </a:lnTo>
                <a:close/>
              </a:path>
            </a:pathLst>
          </a:custGeom>
          <a:solidFill>
            <a:srgbClr val="2FE0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98" name="文本框 53"/>
          <p:cNvSpPr txBox="1"/>
          <p:nvPr/>
        </p:nvSpPr>
        <p:spPr>
          <a:xfrm>
            <a:off x="5028565" y="7547609"/>
            <a:ext cx="824231" cy="3073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 spc="100">
                <a:solidFill>
                  <a:srgbClr val="FFFFFF"/>
                </a:solidFill>
                <a:effectLst>
                  <a:outerShdw blurRad="50800" dist="38100" dir="2700000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内部连接</a:t>
            </a:r>
          </a:p>
        </p:txBody>
      </p:sp>
      <p:sp>
        <p:nvSpPr>
          <p:cNvPr id="1299" name="上箭头 128"/>
          <p:cNvSpPr/>
          <p:nvPr/>
        </p:nvSpPr>
        <p:spPr>
          <a:xfrm rot="5400000">
            <a:off x="7377430" y="7503794"/>
            <a:ext cx="276861" cy="3644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2565"/>
                </a:moveTo>
                <a:lnTo>
                  <a:pt x="10800" y="0"/>
                </a:lnTo>
                <a:lnTo>
                  <a:pt x="21600" y="12565"/>
                </a:lnTo>
                <a:lnTo>
                  <a:pt x="15243" y="12565"/>
                </a:lnTo>
                <a:lnTo>
                  <a:pt x="15243" y="21600"/>
                </a:lnTo>
                <a:lnTo>
                  <a:pt x="6357" y="21600"/>
                </a:lnTo>
                <a:lnTo>
                  <a:pt x="6357" y="12565"/>
                </a:lnTo>
                <a:close/>
              </a:path>
            </a:pathLst>
          </a:custGeom>
          <a:solidFill>
            <a:srgbClr val="3D5A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>
                    <a:alpha val="50000"/>
                  </a:srgbClr>
                </a:solidFill>
                <a:effectLst>
                  <a:outerShdw blurRad="50800" dist="38100" dir="2700000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300" name="文本框 55"/>
          <p:cNvSpPr txBox="1"/>
          <p:nvPr/>
        </p:nvSpPr>
        <p:spPr>
          <a:xfrm>
            <a:off x="6488429" y="7546975"/>
            <a:ext cx="824231" cy="30734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 spc="100">
                <a:solidFill>
                  <a:srgbClr val="FFFFFF"/>
                </a:solidFill>
                <a:effectLst>
                  <a:outerShdw blurRad="50800" dist="38100" dir="2700000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外部连接</a:t>
            </a:r>
          </a:p>
        </p:txBody>
      </p:sp>
      <p:pic>
        <p:nvPicPr>
          <p:cNvPr id="1301" name="图片 6" descr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302" name="图片 2" descr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9430" y="321309"/>
            <a:ext cx="1155066" cy="243173"/>
          </a:xfrm>
          <a:prstGeom prst="rect">
            <a:avLst/>
          </a:prstGeom>
          <a:ln w="12700">
            <a:miter lim="400000"/>
            <a:headEnd/>
            <a:tailEnd/>
          </a:ln>
          <a:effectLst>
            <a:outerShdw blurRad="50800" dist="12700" dir="2700000" rotWithShape="0">
              <a:srgbClr val="000000">
                <a:alpha val="40000"/>
              </a:srgbClr>
            </a:outerShdw>
          </a:effectLst>
        </p:spPr>
      </p:pic>
      <p:sp>
        <p:nvSpPr>
          <p:cNvPr id="130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1717541"/>
      </p:ext>
    </p:extLst>
  </p:cSld>
  <p:clrMapOvr>
    <a:masterClrMapping/>
  </p:clrMapOvr>
  <p:transition spd="med"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2_无标题_纯色内页-右上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Rounded Rectangle 22"/>
          <p:cNvSpPr/>
          <p:nvPr/>
        </p:nvSpPr>
        <p:spPr>
          <a:xfrm>
            <a:off x="12323199" y="138429"/>
            <a:ext cx="307976" cy="306071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25" name="文本框 39"/>
          <p:cNvSpPr txBox="1"/>
          <p:nvPr/>
        </p:nvSpPr>
        <p:spPr>
          <a:xfrm>
            <a:off x="13206730" y="138429"/>
            <a:ext cx="836296" cy="3073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标题文字</a:t>
            </a:r>
          </a:p>
        </p:txBody>
      </p:sp>
      <p:sp>
        <p:nvSpPr>
          <p:cNvPr id="1226" name="文本框 75"/>
          <p:cNvSpPr txBox="1"/>
          <p:nvPr/>
        </p:nvSpPr>
        <p:spPr>
          <a:xfrm>
            <a:off x="12270104" y="-368321"/>
            <a:ext cx="455296" cy="5232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深色背景</a:t>
            </a:r>
          </a:p>
        </p:txBody>
      </p:sp>
      <p:sp>
        <p:nvSpPr>
          <p:cNvPr id="1227" name="Rounded Rectangle 22"/>
          <p:cNvSpPr/>
          <p:nvPr/>
        </p:nvSpPr>
        <p:spPr>
          <a:xfrm>
            <a:off x="12837159" y="138429"/>
            <a:ext cx="307976" cy="306071"/>
          </a:xfrm>
          <a:prstGeom prst="rect">
            <a:avLst/>
          </a:prstGeom>
          <a:solidFill>
            <a:srgbClr val="28376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28" name="Rounded Rectangle 22"/>
          <p:cNvSpPr/>
          <p:nvPr/>
        </p:nvSpPr>
        <p:spPr>
          <a:xfrm>
            <a:off x="12323199" y="568325"/>
            <a:ext cx="307976" cy="306071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29" name="Rounded Rectangle 22"/>
          <p:cNvSpPr/>
          <p:nvPr/>
        </p:nvSpPr>
        <p:spPr>
          <a:xfrm>
            <a:off x="12837159" y="568325"/>
            <a:ext cx="307976" cy="306071"/>
          </a:xfrm>
          <a:prstGeom prst="rect">
            <a:avLst/>
          </a:prstGeom>
          <a:solidFill>
            <a:srgbClr val="41507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0" name="文本框 79"/>
          <p:cNvSpPr txBox="1"/>
          <p:nvPr/>
        </p:nvSpPr>
        <p:spPr>
          <a:xfrm>
            <a:off x="13206730" y="583565"/>
            <a:ext cx="836296" cy="3073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正文文字</a:t>
            </a:r>
          </a:p>
        </p:txBody>
      </p:sp>
      <p:sp>
        <p:nvSpPr>
          <p:cNvPr id="1231" name="Rounded Rectangle 22"/>
          <p:cNvSpPr/>
          <p:nvPr/>
        </p:nvSpPr>
        <p:spPr>
          <a:xfrm>
            <a:off x="12323199" y="998219"/>
            <a:ext cx="307976" cy="306071"/>
          </a:xfrm>
          <a:prstGeom prst="rect">
            <a:avLst/>
          </a:prstGeom>
          <a:solidFill>
            <a:srgbClr val="D9D9D9"/>
          </a:solidFill>
          <a:ln w="6350">
            <a:solidFill>
              <a:srgbClr val="59595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2" name="Rounded Rectangle 22"/>
          <p:cNvSpPr/>
          <p:nvPr/>
        </p:nvSpPr>
        <p:spPr>
          <a:xfrm>
            <a:off x="12837159" y="998219"/>
            <a:ext cx="307976" cy="306071"/>
          </a:xfrm>
          <a:prstGeom prst="rect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3" name="Rounded Rectangle 22"/>
          <p:cNvSpPr/>
          <p:nvPr/>
        </p:nvSpPr>
        <p:spPr>
          <a:xfrm>
            <a:off x="12323199" y="2434845"/>
            <a:ext cx="307976" cy="306071"/>
          </a:xfrm>
          <a:prstGeom prst="rect">
            <a:avLst/>
          </a:prstGeom>
          <a:solidFill>
            <a:srgbClr val="F54D6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4" name="Rounded Rectangle 22"/>
          <p:cNvSpPr/>
          <p:nvPr/>
        </p:nvSpPr>
        <p:spPr>
          <a:xfrm>
            <a:off x="12323199" y="2060566"/>
            <a:ext cx="307976" cy="306071"/>
          </a:xfrm>
          <a:prstGeom prst="rect">
            <a:avLst/>
          </a:prstGeom>
          <a:solidFill>
            <a:srgbClr val="F889A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5" name="Rounded Rectangle 22"/>
          <p:cNvSpPr/>
          <p:nvPr/>
        </p:nvSpPr>
        <p:spPr>
          <a:xfrm>
            <a:off x="12323199" y="3183406"/>
            <a:ext cx="307976" cy="306071"/>
          </a:xfrm>
          <a:prstGeom prst="rect">
            <a:avLst/>
          </a:prstGeom>
          <a:solidFill>
            <a:srgbClr val="F8A21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6" name="Rounded Rectangle 22"/>
          <p:cNvSpPr/>
          <p:nvPr/>
        </p:nvSpPr>
        <p:spPr>
          <a:xfrm>
            <a:off x="12707078" y="3183406"/>
            <a:ext cx="307976" cy="306071"/>
          </a:xfrm>
          <a:prstGeom prst="rect">
            <a:avLst/>
          </a:prstGeom>
          <a:solidFill>
            <a:srgbClr val="E3AB4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7" name="Rounded Rectangle 22"/>
          <p:cNvSpPr/>
          <p:nvPr/>
        </p:nvSpPr>
        <p:spPr>
          <a:xfrm>
            <a:off x="12707078" y="3554233"/>
            <a:ext cx="307976" cy="306071"/>
          </a:xfrm>
          <a:prstGeom prst="rect">
            <a:avLst/>
          </a:prstGeom>
          <a:solidFill>
            <a:srgbClr val="EBD86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8" name="Rounded Rectangle 22"/>
          <p:cNvSpPr/>
          <p:nvPr/>
        </p:nvSpPr>
        <p:spPr>
          <a:xfrm>
            <a:off x="12323199" y="3931965"/>
            <a:ext cx="307976" cy="306071"/>
          </a:xfrm>
          <a:prstGeom prst="rect">
            <a:avLst/>
          </a:prstGeom>
          <a:solidFill>
            <a:srgbClr val="53E0B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39" name="Rounded Rectangle 22"/>
          <p:cNvSpPr/>
          <p:nvPr/>
        </p:nvSpPr>
        <p:spPr>
          <a:xfrm>
            <a:off x="12323199" y="4306246"/>
            <a:ext cx="307976" cy="306071"/>
          </a:xfrm>
          <a:prstGeom prst="rect">
            <a:avLst/>
          </a:prstGeom>
          <a:solidFill>
            <a:srgbClr val="3EC2A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0" name="Rounded Rectangle 22"/>
          <p:cNvSpPr/>
          <p:nvPr/>
        </p:nvSpPr>
        <p:spPr>
          <a:xfrm>
            <a:off x="12710662" y="5047748"/>
            <a:ext cx="307976" cy="306071"/>
          </a:xfrm>
          <a:prstGeom prst="rect">
            <a:avLst/>
          </a:prstGeom>
          <a:solidFill>
            <a:srgbClr val="46D0F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1" name="Rounded Rectangle 22"/>
          <p:cNvSpPr/>
          <p:nvPr/>
        </p:nvSpPr>
        <p:spPr>
          <a:xfrm>
            <a:off x="12323199" y="5429086"/>
            <a:ext cx="307976" cy="306071"/>
          </a:xfrm>
          <a:prstGeom prst="rect">
            <a:avLst/>
          </a:prstGeom>
          <a:solidFill>
            <a:srgbClr val="2B5EC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2" name="Rounded Rectangle 22"/>
          <p:cNvSpPr/>
          <p:nvPr/>
        </p:nvSpPr>
        <p:spPr>
          <a:xfrm>
            <a:off x="12323199" y="5803365"/>
            <a:ext cx="307976" cy="306071"/>
          </a:xfrm>
          <a:prstGeom prst="rect">
            <a:avLst/>
          </a:prstGeom>
          <a:solidFill>
            <a:srgbClr val="225FD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3" name="Rounded Rectangle 22"/>
          <p:cNvSpPr/>
          <p:nvPr/>
        </p:nvSpPr>
        <p:spPr>
          <a:xfrm>
            <a:off x="12323199" y="6177646"/>
            <a:ext cx="307976" cy="306071"/>
          </a:xfrm>
          <a:prstGeom prst="rect">
            <a:avLst/>
          </a:prstGeom>
          <a:solidFill>
            <a:srgbClr val="5E7AF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4" name="Rounded Rectangle 22"/>
          <p:cNvSpPr/>
          <p:nvPr/>
        </p:nvSpPr>
        <p:spPr>
          <a:xfrm>
            <a:off x="12323199" y="6551930"/>
            <a:ext cx="307976" cy="306071"/>
          </a:xfrm>
          <a:prstGeom prst="rect">
            <a:avLst/>
          </a:prstGeom>
          <a:solidFill>
            <a:srgbClr val="8F7FE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5" name="文本框 3"/>
          <p:cNvSpPr txBox="1"/>
          <p:nvPr/>
        </p:nvSpPr>
        <p:spPr>
          <a:xfrm>
            <a:off x="11861564" y="9008232"/>
            <a:ext cx="1480655" cy="5232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r>
              <a:t>在这占位</a:t>
            </a:r>
          </a:p>
          <a:p>
            <a: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r>
              <a:t>防止轻易跨页滚动</a:t>
            </a:r>
          </a:p>
        </p:txBody>
      </p:sp>
      <p:sp>
        <p:nvSpPr>
          <p:cNvPr id="1246" name="Rounded Rectangle 21"/>
          <p:cNvSpPr/>
          <p:nvPr/>
        </p:nvSpPr>
        <p:spPr>
          <a:xfrm>
            <a:off x="12707083" y="6551930"/>
            <a:ext cx="307975" cy="306071"/>
          </a:xfrm>
          <a:prstGeom prst="rect">
            <a:avLst/>
          </a:prstGeom>
          <a:solidFill>
            <a:srgbClr val="5F4FB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47" name="矩形 12"/>
          <p:cNvSpPr/>
          <p:nvPr/>
        </p:nvSpPr>
        <p:spPr>
          <a:xfrm>
            <a:off x="12321702" y="5052467"/>
            <a:ext cx="307976" cy="298736"/>
          </a:xfrm>
          <a:prstGeom prst="rect">
            <a:avLst/>
          </a:prstGeom>
          <a:solidFill>
            <a:srgbClr val="2FE0FF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48" name="矩形 15"/>
          <p:cNvSpPr/>
          <p:nvPr/>
        </p:nvSpPr>
        <p:spPr>
          <a:xfrm>
            <a:off x="12323199" y="2801697"/>
            <a:ext cx="307976" cy="304132"/>
          </a:xfrm>
          <a:prstGeom prst="rect">
            <a:avLst/>
          </a:prstGeom>
          <a:solidFill>
            <a:srgbClr val="FF6E17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49" name="矩形 16"/>
          <p:cNvSpPr/>
          <p:nvPr/>
        </p:nvSpPr>
        <p:spPr>
          <a:xfrm>
            <a:off x="12323198" y="3560226"/>
            <a:ext cx="307976" cy="300078"/>
          </a:xfrm>
          <a:prstGeom prst="rect">
            <a:avLst/>
          </a:prstGeom>
          <a:solidFill>
            <a:srgbClr val="E53935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50" name="Rounded Rectangle 22"/>
          <p:cNvSpPr/>
          <p:nvPr/>
        </p:nvSpPr>
        <p:spPr>
          <a:xfrm>
            <a:off x="12707080" y="5803365"/>
            <a:ext cx="307976" cy="306071"/>
          </a:xfrm>
          <a:prstGeom prst="rect">
            <a:avLst/>
          </a:prstGeom>
          <a:solidFill>
            <a:srgbClr val="1B327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1" name="Rounded Rectangle 22"/>
          <p:cNvSpPr/>
          <p:nvPr/>
        </p:nvSpPr>
        <p:spPr>
          <a:xfrm>
            <a:off x="12705584" y="4671210"/>
            <a:ext cx="307976" cy="306072"/>
          </a:xfrm>
          <a:prstGeom prst="rect">
            <a:avLst/>
          </a:prstGeom>
          <a:solidFill>
            <a:srgbClr val="2C88B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2" name="Rounded Rectangle 22"/>
          <p:cNvSpPr/>
          <p:nvPr/>
        </p:nvSpPr>
        <p:spPr>
          <a:xfrm>
            <a:off x="12321702" y="4671731"/>
            <a:ext cx="307976" cy="306071"/>
          </a:xfrm>
          <a:prstGeom prst="rect">
            <a:avLst/>
          </a:prstGeom>
          <a:solidFill>
            <a:srgbClr val="3B7DD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3" name="文本框 17"/>
          <p:cNvSpPr txBox="1"/>
          <p:nvPr/>
        </p:nvSpPr>
        <p:spPr>
          <a:xfrm>
            <a:off x="13206730" y="998219"/>
            <a:ext cx="836296" cy="3073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辅助文字</a:t>
            </a:r>
          </a:p>
        </p:txBody>
      </p:sp>
      <p:sp>
        <p:nvSpPr>
          <p:cNvPr id="1254" name="文本框 20"/>
          <p:cNvSpPr txBox="1"/>
          <p:nvPr/>
        </p:nvSpPr>
        <p:spPr>
          <a:xfrm>
            <a:off x="12785911" y="-368321"/>
            <a:ext cx="455296" cy="5232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白色背景</a:t>
            </a:r>
          </a:p>
        </p:txBody>
      </p:sp>
      <p:sp>
        <p:nvSpPr>
          <p:cNvPr id="1255" name="Rounded Rectangle 22"/>
          <p:cNvSpPr/>
          <p:nvPr/>
        </p:nvSpPr>
        <p:spPr>
          <a:xfrm>
            <a:off x="409114" y="6909434"/>
            <a:ext cx="307976" cy="306071"/>
          </a:xfrm>
          <a:prstGeom prst="rect">
            <a:avLst/>
          </a:prstGeom>
          <a:solidFill>
            <a:srgbClr val="F54D6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6" name="Rounded Rectangle 22"/>
          <p:cNvSpPr/>
          <p:nvPr/>
        </p:nvSpPr>
        <p:spPr>
          <a:xfrm>
            <a:off x="0" y="6909434"/>
            <a:ext cx="307975" cy="306071"/>
          </a:xfrm>
          <a:prstGeom prst="rect">
            <a:avLst/>
          </a:prstGeom>
          <a:solidFill>
            <a:srgbClr val="F889A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7" name="Rounded Rectangle 22"/>
          <p:cNvSpPr/>
          <p:nvPr/>
        </p:nvSpPr>
        <p:spPr>
          <a:xfrm>
            <a:off x="1227345" y="6909434"/>
            <a:ext cx="307976" cy="306071"/>
          </a:xfrm>
          <a:prstGeom prst="rect">
            <a:avLst/>
          </a:prstGeom>
          <a:solidFill>
            <a:srgbClr val="F8A21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8" name="Rounded Rectangle 22"/>
          <p:cNvSpPr/>
          <p:nvPr/>
        </p:nvSpPr>
        <p:spPr>
          <a:xfrm>
            <a:off x="1636459" y="6909434"/>
            <a:ext cx="307976" cy="306071"/>
          </a:xfrm>
          <a:prstGeom prst="rect">
            <a:avLst/>
          </a:prstGeom>
          <a:solidFill>
            <a:srgbClr val="E3AB4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59" name="Rounded Rectangle 22"/>
          <p:cNvSpPr/>
          <p:nvPr/>
        </p:nvSpPr>
        <p:spPr>
          <a:xfrm>
            <a:off x="2454690" y="6909434"/>
            <a:ext cx="307976" cy="306071"/>
          </a:xfrm>
          <a:prstGeom prst="rect">
            <a:avLst/>
          </a:prstGeom>
          <a:solidFill>
            <a:srgbClr val="EBD86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0" name="Rounded Rectangle 22"/>
          <p:cNvSpPr/>
          <p:nvPr/>
        </p:nvSpPr>
        <p:spPr>
          <a:xfrm>
            <a:off x="2863805" y="6909434"/>
            <a:ext cx="307976" cy="306071"/>
          </a:xfrm>
          <a:prstGeom prst="rect">
            <a:avLst/>
          </a:prstGeom>
          <a:solidFill>
            <a:srgbClr val="53E0B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1" name="Rounded Rectangle 22"/>
          <p:cNvSpPr/>
          <p:nvPr/>
        </p:nvSpPr>
        <p:spPr>
          <a:xfrm>
            <a:off x="3272919" y="6909434"/>
            <a:ext cx="307976" cy="306071"/>
          </a:xfrm>
          <a:prstGeom prst="rect">
            <a:avLst/>
          </a:prstGeom>
          <a:solidFill>
            <a:srgbClr val="3EC2A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2" name="Rounded Rectangle 22"/>
          <p:cNvSpPr/>
          <p:nvPr/>
        </p:nvSpPr>
        <p:spPr>
          <a:xfrm>
            <a:off x="4909380" y="6909434"/>
            <a:ext cx="307976" cy="306071"/>
          </a:xfrm>
          <a:prstGeom prst="rect">
            <a:avLst/>
          </a:prstGeom>
          <a:solidFill>
            <a:srgbClr val="46D0F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3" name="Rounded Rectangle 22"/>
          <p:cNvSpPr/>
          <p:nvPr/>
        </p:nvSpPr>
        <p:spPr>
          <a:xfrm>
            <a:off x="5318495" y="6909434"/>
            <a:ext cx="307976" cy="306071"/>
          </a:xfrm>
          <a:prstGeom prst="rect">
            <a:avLst/>
          </a:prstGeom>
          <a:solidFill>
            <a:srgbClr val="2B5EC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4" name="Rounded Rectangle 22"/>
          <p:cNvSpPr/>
          <p:nvPr/>
        </p:nvSpPr>
        <p:spPr>
          <a:xfrm>
            <a:off x="5727610" y="6909434"/>
            <a:ext cx="307976" cy="306071"/>
          </a:xfrm>
          <a:prstGeom prst="rect">
            <a:avLst/>
          </a:prstGeom>
          <a:solidFill>
            <a:srgbClr val="225FD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5" name="Rounded Rectangle 22"/>
          <p:cNvSpPr/>
          <p:nvPr/>
        </p:nvSpPr>
        <p:spPr>
          <a:xfrm>
            <a:off x="6545839" y="6909434"/>
            <a:ext cx="307976" cy="306071"/>
          </a:xfrm>
          <a:prstGeom prst="rect">
            <a:avLst/>
          </a:prstGeom>
          <a:solidFill>
            <a:srgbClr val="5E7AF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6" name="Rounded Rectangle 22"/>
          <p:cNvSpPr/>
          <p:nvPr/>
        </p:nvSpPr>
        <p:spPr>
          <a:xfrm>
            <a:off x="6954955" y="6909434"/>
            <a:ext cx="307976" cy="306071"/>
          </a:xfrm>
          <a:prstGeom prst="rect">
            <a:avLst/>
          </a:prstGeom>
          <a:solidFill>
            <a:srgbClr val="8F7FE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7" name="Rounded Rectangle 21"/>
          <p:cNvSpPr/>
          <p:nvPr/>
        </p:nvSpPr>
        <p:spPr>
          <a:xfrm>
            <a:off x="7364063" y="6909434"/>
            <a:ext cx="307975" cy="306071"/>
          </a:xfrm>
          <a:prstGeom prst="rect">
            <a:avLst/>
          </a:prstGeom>
          <a:solidFill>
            <a:srgbClr val="5F4FB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68" name="矩形 44"/>
          <p:cNvSpPr/>
          <p:nvPr/>
        </p:nvSpPr>
        <p:spPr>
          <a:xfrm>
            <a:off x="4500264" y="6909434"/>
            <a:ext cx="307976" cy="298736"/>
          </a:xfrm>
          <a:prstGeom prst="rect">
            <a:avLst/>
          </a:prstGeom>
          <a:solidFill>
            <a:srgbClr val="2FE0FF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69" name="矩形 45"/>
          <p:cNvSpPr/>
          <p:nvPr/>
        </p:nvSpPr>
        <p:spPr>
          <a:xfrm>
            <a:off x="818229" y="6909434"/>
            <a:ext cx="307976" cy="304132"/>
          </a:xfrm>
          <a:prstGeom prst="rect">
            <a:avLst/>
          </a:prstGeom>
          <a:solidFill>
            <a:srgbClr val="FF6E17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70" name="矩形 46"/>
          <p:cNvSpPr/>
          <p:nvPr/>
        </p:nvSpPr>
        <p:spPr>
          <a:xfrm>
            <a:off x="2045574" y="6909434"/>
            <a:ext cx="307976" cy="300078"/>
          </a:xfrm>
          <a:prstGeom prst="rect">
            <a:avLst/>
          </a:prstGeom>
          <a:solidFill>
            <a:srgbClr val="E53935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/>
          </a:p>
        </p:txBody>
      </p:sp>
      <p:sp>
        <p:nvSpPr>
          <p:cNvPr id="1271" name="Rounded Rectangle 22"/>
          <p:cNvSpPr/>
          <p:nvPr/>
        </p:nvSpPr>
        <p:spPr>
          <a:xfrm>
            <a:off x="6136725" y="6909434"/>
            <a:ext cx="307976" cy="306071"/>
          </a:xfrm>
          <a:prstGeom prst="rect">
            <a:avLst/>
          </a:prstGeom>
          <a:solidFill>
            <a:srgbClr val="1B327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72" name="Rounded Rectangle 22"/>
          <p:cNvSpPr/>
          <p:nvPr/>
        </p:nvSpPr>
        <p:spPr>
          <a:xfrm>
            <a:off x="4091149" y="6909434"/>
            <a:ext cx="307976" cy="306071"/>
          </a:xfrm>
          <a:prstGeom prst="rect">
            <a:avLst/>
          </a:prstGeom>
          <a:solidFill>
            <a:srgbClr val="2C88B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73" name="Rounded Rectangle 22"/>
          <p:cNvSpPr/>
          <p:nvPr/>
        </p:nvSpPr>
        <p:spPr>
          <a:xfrm>
            <a:off x="3682034" y="6909434"/>
            <a:ext cx="307976" cy="306071"/>
          </a:xfrm>
          <a:prstGeom prst="rect">
            <a:avLst/>
          </a:prstGeom>
          <a:solidFill>
            <a:srgbClr val="3B7DD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grpSp>
        <p:nvGrpSpPr>
          <p:cNvPr id="1278" name="圆柱形 24"/>
          <p:cNvGrpSpPr/>
          <p:nvPr/>
        </p:nvGrpSpPr>
        <p:grpSpPr>
          <a:xfrm>
            <a:off x="-10160" y="7511415"/>
            <a:ext cx="1136651" cy="294641"/>
            <a:chOff x="0" y="0"/>
            <a:chExt cx="1136650" cy="294640"/>
          </a:xfrm>
        </p:grpSpPr>
        <p:grpSp>
          <p:nvGrpSpPr>
            <p:cNvPr id="1276" name="成组"/>
            <p:cNvGrpSpPr/>
            <p:nvPr/>
          </p:nvGrpSpPr>
          <p:grpSpPr>
            <a:xfrm>
              <a:off x="0" y="-1"/>
              <a:ext cx="1136651" cy="294642"/>
              <a:chOff x="0" y="0"/>
              <a:chExt cx="1136650" cy="294640"/>
            </a:xfrm>
          </p:grpSpPr>
          <p:sp>
            <p:nvSpPr>
              <p:cNvPr id="1274" name="形状"/>
              <p:cNvSpPr/>
              <p:nvPr/>
            </p:nvSpPr>
            <p:spPr>
              <a:xfrm rot="5400000">
                <a:off x="421005" y="-421006"/>
                <a:ext cx="294641" cy="11366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286"/>
                    </a:moveTo>
                    <a:cubicBezTo>
                      <a:pt x="0" y="576"/>
                      <a:pt x="4835" y="0"/>
                      <a:pt x="10800" y="0"/>
                    </a:cubicBezTo>
                    <a:cubicBezTo>
                      <a:pt x="16765" y="0"/>
                      <a:pt x="21600" y="576"/>
                      <a:pt x="21600" y="1286"/>
                    </a:cubicBezTo>
                    <a:lnTo>
                      <a:pt x="21600" y="20314"/>
                    </a:lnTo>
                    <a:cubicBezTo>
                      <a:pt x="21600" y="21024"/>
                      <a:pt x="16765" y="21600"/>
                      <a:pt x="10800" y="21600"/>
                    </a:cubicBezTo>
                    <a:cubicBezTo>
                      <a:pt x="4835" y="21600"/>
                      <a:pt x="0" y="21024"/>
                      <a:pt x="0" y="203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300"/>
                </a:pPr>
                <a:endParaRPr/>
              </a:p>
            </p:txBody>
          </p:sp>
          <p:sp>
            <p:nvSpPr>
              <p:cNvPr id="1275" name="椭圆形"/>
              <p:cNvSpPr/>
              <p:nvPr/>
            </p:nvSpPr>
            <p:spPr>
              <a:xfrm rot="5400000">
                <a:off x="921647" y="79637"/>
                <a:ext cx="294641" cy="135367"/>
              </a:xfrm>
              <a:prstGeom prst="ellipse">
                <a:avLst/>
              </a:prstGeom>
              <a:solidFill>
                <a:srgbClr val="FFFFFF">
                  <a:alpha val="4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300"/>
                </a:pPr>
                <a:endParaRPr/>
              </a:p>
            </p:txBody>
          </p:sp>
        </p:grpSp>
        <p:sp>
          <p:nvSpPr>
            <p:cNvPr id="1277" name="AMI相关"/>
            <p:cNvSpPr txBox="1"/>
            <p:nvPr/>
          </p:nvSpPr>
          <p:spPr>
            <a:xfrm>
              <a:off x="67682" y="20320"/>
              <a:ext cx="933603" cy="254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14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pPr>
              <a:r>
                <a:t>AMI相关</a:t>
              </a:r>
            </a:p>
          </p:txBody>
        </p:sp>
      </p:grpSp>
      <p:grpSp>
        <p:nvGrpSpPr>
          <p:cNvPr id="1281" name="矩形: 圆角 71"/>
          <p:cNvGrpSpPr/>
          <p:nvPr/>
        </p:nvGrpSpPr>
        <p:grpSpPr>
          <a:xfrm>
            <a:off x="7771765" y="7512050"/>
            <a:ext cx="1136651" cy="348616"/>
            <a:chOff x="0" y="0"/>
            <a:chExt cx="1136650" cy="348615"/>
          </a:xfrm>
        </p:grpSpPr>
        <p:sp>
          <p:nvSpPr>
            <p:cNvPr id="1279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69"/>
              </a:avLst>
            </a:prstGeom>
            <a:solidFill>
              <a:srgbClr val="907FE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80" name="周边系统"/>
            <p:cNvSpPr txBox="1"/>
            <p:nvPr/>
          </p:nvSpPr>
          <p:spPr>
            <a:xfrm>
              <a:off x="10484" y="66357"/>
              <a:ext cx="1115682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周边系统</a:t>
              </a:r>
            </a:p>
          </p:txBody>
        </p:sp>
      </p:grpSp>
      <p:grpSp>
        <p:nvGrpSpPr>
          <p:cNvPr id="1284" name="矩形: 圆角 71"/>
          <p:cNvGrpSpPr/>
          <p:nvPr/>
        </p:nvGrpSpPr>
        <p:grpSpPr>
          <a:xfrm>
            <a:off x="9111615" y="7512050"/>
            <a:ext cx="1136651" cy="348616"/>
            <a:chOff x="0" y="0"/>
            <a:chExt cx="1136650" cy="348615"/>
          </a:xfrm>
        </p:grpSpPr>
        <p:sp>
          <p:nvSpPr>
            <p:cNvPr id="1282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70"/>
              </a:avLst>
            </a:prstGeom>
            <a:solidFill>
              <a:srgbClr val="225FD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83" name="周边系统"/>
            <p:cNvSpPr txBox="1"/>
            <p:nvPr/>
          </p:nvSpPr>
          <p:spPr>
            <a:xfrm>
              <a:off x="10485" y="66357"/>
              <a:ext cx="1115680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周边系统</a:t>
              </a:r>
            </a:p>
          </p:txBody>
        </p:sp>
      </p:grpSp>
      <p:grpSp>
        <p:nvGrpSpPr>
          <p:cNvPr id="1287" name="矩形: 圆角 71"/>
          <p:cNvGrpSpPr/>
          <p:nvPr/>
        </p:nvGrpSpPr>
        <p:grpSpPr>
          <a:xfrm>
            <a:off x="1233169" y="7511415"/>
            <a:ext cx="1136651" cy="348616"/>
            <a:chOff x="0" y="0"/>
            <a:chExt cx="1136650" cy="348615"/>
          </a:xfrm>
        </p:grpSpPr>
        <p:sp>
          <p:nvSpPr>
            <p:cNvPr id="1285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69"/>
              </a:avLst>
            </a:prstGeom>
            <a:solidFill>
              <a:srgbClr val="1B327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86" name="系统边界"/>
            <p:cNvSpPr txBox="1"/>
            <p:nvPr/>
          </p:nvSpPr>
          <p:spPr>
            <a:xfrm>
              <a:off x="10484" y="66357"/>
              <a:ext cx="1115682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系统边界</a:t>
              </a:r>
            </a:p>
          </p:txBody>
        </p:sp>
      </p:grpSp>
      <p:grpSp>
        <p:nvGrpSpPr>
          <p:cNvPr id="1290" name="矩形: 圆角 71"/>
          <p:cNvGrpSpPr/>
          <p:nvPr/>
        </p:nvGrpSpPr>
        <p:grpSpPr>
          <a:xfrm>
            <a:off x="2545079" y="7511415"/>
            <a:ext cx="1136651" cy="348616"/>
            <a:chOff x="0" y="0"/>
            <a:chExt cx="1136650" cy="348615"/>
          </a:xfrm>
        </p:grpSpPr>
        <p:sp>
          <p:nvSpPr>
            <p:cNvPr id="1288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69"/>
              </a:avLst>
            </a:prstGeom>
            <a:solidFill>
              <a:srgbClr val="225FD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89" name="内部大类"/>
            <p:cNvSpPr txBox="1"/>
            <p:nvPr/>
          </p:nvSpPr>
          <p:spPr>
            <a:xfrm>
              <a:off x="10484" y="66357"/>
              <a:ext cx="1115682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内部大类</a:t>
              </a:r>
            </a:p>
          </p:txBody>
        </p:sp>
      </p:grpSp>
      <p:grpSp>
        <p:nvGrpSpPr>
          <p:cNvPr id="1293" name="矩形: 圆角 71"/>
          <p:cNvGrpSpPr/>
          <p:nvPr/>
        </p:nvGrpSpPr>
        <p:grpSpPr>
          <a:xfrm>
            <a:off x="3772534" y="7511415"/>
            <a:ext cx="1136651" cy="348616"/>
            <a:chOff x="0" y="0"/>
            <a:chExt cx="1136650" cy="348615"/>
          </a:xfrm>
        </p:grpSpPr>
        <p:sp>
          <p:nvSpPr>
            <p:cNvPr id="1291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69"/>
              </a:avLst>
            </a:prstGeom>
            <a:solidFill>
              <a:srgbClr val="2B5EC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92" name="模块/组件"/>
            <p:cNvSpPr txBox="1"/>
            <p:nvPr/>
          </p:nvSpPr>
          <p:spPr>
            <a:xfrm>
              <a:off x="10484" y="66357"/>
              <a:ext cx="1115682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pPr>
              <a:r>
                <a:t>模块/组件</a:t>
              </a:r>
            </a:p>
          </p:txBody>
        </p:sp>
      </p:grpSp>
      <p:grpSp>
        <p:nvGrpSpPr>
          <p:cNvPr id="1296" name="矩形: 圆角 71"/>
          <p:cNvGrpSpPr/>
          <p:nvPr/>
        </p:nvGrpSpPr>
        <p:grpSpPr>
          <a:xfrm>
            <a:off x="10381615" y="7510780"/>
            <a:ext cx="1136651" cy="348616"/>
            <a:chOff x="0" y="0"/>
            <a:chExt cx="1136650" cy="348615"/>
          </a:xfrm>
        </p:grpSpPr>
        <p:sp>
          <p:nvSpPr>
            <p:cNvPr id="1294" name="圆角矩形"/>
            <p:cNvSpPr/>
            <p:nvPr/>
          </p:nvSpPr>
          <p:spPr>
            <a:xfrm>
              <a:off x="0" y="0"/>
              <a:ext cx="1136650" cy="348616"/>
            </a:xfrm>
            <a:prstGeom prst="roundRect">
              <a:avLst>
                <a:gd name="adj" fmla="val 10270"/>
              </a:avLst>
            </a:prstGeom>
            <a:solidFill>
              <a:srgbClr val="73839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95" name="外部系统"/>
            <p:cNvSpPr txBox="1"/>
            <p:nvPr/>
          </p:nvSpPr>
          <p:spPr>
            <a:xfrm>
              <a:off x="10485" y="66357"/>
              <a:ext cx="1115680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effectLst>
                    <a:outerShdw blurRad="50800" dist="38100" dir="2700000" rotWithShape="0">
                      <a:srgbClr val="000000">
                        <a:alpha val="40000"/>
                      </a:srgbClr>
                    </a:outerShdw>
                  </a:effectLst>
                  <a:latin typeface="+mn-lt"/>
                  <a:ea typeface="+mn-ea"/>
                  <a:cs typeface="+mn-cs"/>
                  <a:sym typeface="PingFang SC Regular" panose="020B0400000000000000" charset="-122"/>
                </a:defRPr>
              </a:lvl1pPr>
            </a:lstStyle>
            <a:p>
              <a:r>
                <a:t>外部系统</a:t>
              </a:r>
            </a:p>
          </p:txBody>
        </p:sp>
      </p:grpSp>
      <p:sp>
        <p:nvSpPr>
          <p:cNvPr id="1297" name="上箭头 52"/>
          <p:cNvSpPr/>
          <p:nvPr/>
        </p:nvSpPr>
        <p:spPr>
          <a:xfrm rot="5400000">
            <a:off x="5931534" y="7519034"/>
            <a:ext cx="248921" cy="3644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1297"/>
                </a:moveTo>
                <a:lnTo>
                  <a:pt x="10800" y="0"/>
                </a:lnTo>
                <a:lnTo>
                  <a:pt x="21600" y="11297"/>
                </a:lnTo>
                <a:lnTo>
                  <a:pt x="15243" y="11297"/>
                </a:lnTo>
                <a:lnTo>
                  <a:pt x="15243" y="21600"/>
                </a:lnTo>
                <a:lnTo>
                  <a:pt x="6357" y="21600"/>
                </a:lnTo>
                <a:lnTo>
                  <a:pt x="6357" y="11297"/>
                </a:lnTo>
                <a:close/>
              </a:path>
            </a:pathLst>
          </a:custGeom>
          <a:solidFill>
            <a:srgbClr val="2FE0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298" name="文本框 53"/>
          <p:cNvSpPr txBox="1"/>
          <p:nvPr/>
        </p:nvSpPr>
        <p:spPr>
          <a:xfrm>
            <a:off x="5028565" y="7547609"/>
            <a:ext cx="824231" cy="3073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 spc="100">
                <a:solidFill>
                  <a:srgbClr val="FFFFFF"/>
                </a:solidFill>
                <a:effectLst>
                  <a:outerShdw blurRad="50800" dist="38100" dir="2700000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内部连接</a:t>
            </a:r>
          </a:p>
        </p:txBody>
      </p:sp>
      <p:sp>
        <p:nvSpPr>
          <p:cNvPr id="1299" name="上箭头 128"/>
          <p:cNvSpPr/>
          <p:nvPr/>
        </p:nvSpPr>
        <p:spPr>
          <a:xfrm rot="5400000">
            <a:off x="7377430" y="7503794"/>
            <a:ext cx="276861" cy="3644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2565"/>
                </a:moveTo>
                <a:lnTo>
                  <a:pt x="10800" y="0"/>
                </a:lnTo>
                <a:lnTo>
                  <a:pt x="21600" y="12565"/>
                </a:lnTo>
                <a:lnTo>
                  <a:pt x="15243" y="12565"/>
                </a:lnTo>
                <a:lnTo>
                  <a:pt x="15243" y="21600"/>
                </a:lnTo>
                <a:lnTo>
                  <a:pt x="6357" y="21600"/>
                </a:lnTo>
                <a:lnTo>
                  <a:pt x="6357" y="12565"/>
                </a:lnTo>
                <a:close/>
              </a:path>
            </a:pathLst>
          </a:custGeom>
          <a:solidFill>
            <a:srgbClr val="3D5A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>
                    <a:alpha val="50000"/>
                  </a:srgbClr>
                </a:solidFill>
                <a:effectLst>
                  <a:outerShdw blurRad="50800" dist="38100" dir="2700000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  <a:sym typeface="PingFang SC Regular" panose="020B0400000000000000" charset="-122"/>
              </a:defRPr>
            </a:pPr>
            <a:endParaRPr/>
          </a:p>
        </p:txBody>
      </p:sp>
      <p:sp>
        <p:nvSpPr>
          <p:cNvPr id="1300" name="文本框 55"/>
          <p:cNvSpPr txBox="1"/>
          <p:nvPr/>
        </p:nvSpPr>
        <p:spPr>
          <a:xfrm>
            <a:off x="6488429" y="7546975"/>
            <a:ext cx="824231" cy="30734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1200" spc="100">
                <a:solidFill>
                  <a:srgbClr val="FFFFFF"/>
                </a:solidFill>
                <a:effectLst>
                  <a:outerShdw blurRad="50800" dist="38100" dir="2700000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  <a:sym typeface="PingFang SC Regular" panose="020B0400000000000000" charset="-122"/>
              </a:defRPr>
            </a:lvl1pPr>
          </a:lstStyle>
          <a:p>
            <a:r>
              <a:t>外部连接</a:t>
            </a:r>
          </a:p>
        </p:txBody>
      </p:sp>
      <p:pic>
        <p:nvPicPr>
          <p:cNvPr id="1301" name="图片 6" descr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302" name="图片 2" descr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9430" y="321309"/>
            <a:ext cx="1155066" cy="243173"/>
          </a:xfrm>
          <a:prstGeom prst="rect">
            <a:avLst/>
          </a:prstGeom>
          <a:ln w="12700">
            <a:miter lim="400000"/>
            <a:headEnd/>
            <a:tailEnd/>
          </a:ln>
          <a:effectLst>
            <a:outerShdw blurRad="50800" dist="12700" dir="2700000" rotWithShape="0">
              <a:srgbClr val="000000">
                <a:alpha val="40000"/>
              </a:srgbClr>
            </a:outerShdw>
          </a:effectLst>
        </p:spPr>
      </p:pic>
      <p:sp>
        <p:nvSpPr>
          <p:cNvPr id="130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63880" y="253505"/>
            <a:ext cx="9954000" cy="522000"/>
          </a:xfrm>
        </p:spPr>
        <p:txBody>
          <a:bodyPr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</a:lstStyle>
          <a:p>
            <a:pPr lvl="0"/>
            <a:r>
              <a:rPr lang="en-US">
                <a:sym typeface="+mn-ea"/>
              </a:rPr>
              <a:t>Click to edit Master title style</a:t>
            </a:r>
            <a:endParaRPr dirty="0">
              <a:sym typeface="+mn-ea"/>
            </a:endParaRPr>
          </a:p>
        </p:txBody>
      </p:sp>
      <p:cxnSp>
        <p:nvCxnSpPr>
          <p:cNvPr id="4" name="直线连接符 1"/>
          <p:cNvCxnSpPr/>
          <p:nvPr>
            <p:custDataLst>
              <p:tags r:id="rId2"/>
            </p:custDataLst>
          </p:nvPr>
        </p:nvCxnSpPr>
        <p:spPr>
          <a:xfrm>
            <a:off x="526431" y="333197"/>
            <a:ext cx="0" cy="576000"/>
          </a:xfrm>
          <a:prstGeom prst="line">
            <a:avLst/>
          </a:prstGeom>
          <a:ln w="63500">
            <a:gradFill>
              <a:gsLst>
                <a:gs pos="0">
                  <a:srgbClr val="F54D61"/>
                </a:gs>
                <a:gs pos="100000">
                  <a:srgbClr val="FF000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占位符 1"/>
          <p:cNvSpPr>
            <a:spLocks noGrp="1"/>
          </p:cNvSpPr>
          <p:nvPr>
            <p:ph type="body" idx="10"/>
            <p:custDataLst>
              <p:tags r:id="rId3"/>
            </p:custDataLst>
          </p:nvPr>
        </p:nvSpPr>
        <p:spPr>
          <a:xfrm>
            <a:off x="563880" y="716208"/>
            <a:ext cx="9954260" cy="25560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kumimoji="0" lang="zh-CN" altLang="en-US" sz="1200" b="0" i="0" u="none" strike="noStrike" kern="1200" cap="none" spc="0" normalizeH="0" baseline="0" noProof="1" smtClean="0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41659590"/>
      </p:ext>
    </p:extLst>
  </p:cSld>
  <p:clrMapOvr>
    <a:masterClrMapping/>
  </p:clrMapOvr>
  <p:transition spd="med"/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无标题_纯白_右上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D:/华锐技术/01 公司品宣/华锐LOGO/华锐LOGO组合方式/华锐技术LOGO标准组合-横版中英文.png华锐技术LOGO标准组合-横版中英文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screen"/>
          <a:srcRect/>
          <a:stretch>
            <a:fillRect/>
          </a:stretch>
        </p:blipFill>
        <p:spPr>
          <a:xfrm>
            <a:off x="10679430" y="319772"/>
            <a:ext cx="1155600" cy="243284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63880" y="252730"/>
            <a:ext cx="9954000" cy="522000"/>
          </a:xfrm>
        </p:spPr>
        <p:txBody>
          <a:bodyPr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smtClean="0">
                <a:solidFill>
                  <a:srgbClr val="203864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</a:lstStyle>
          <a:p>
            <a:pPr lvl="0"/>
            <a:r>
              <a:rPr lang="en-US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0"/>
            <p:custDataLst>
              <p:tags r:id="rId3"/>
            </p:custDataLst>
          </p:nvPr>
        </p:nvSpPr>
        <p:spPr>
          <a:xfrm>
            <a:off x="563880" y="715645"/>
            <a:ext cx="9954260" cy="25560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kumimoji="0" lang="zh-CN" altLang="en-US" sz="1200" b="0" i="0" u="none" strike="noStrike" kern="1200" cap="none" spc="0" normalizeH="0" baseline="0" noProof="1" smtClean="0">
                <a:solidFill>
                  <a:srgbClr val="939AB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98544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tags" Target="../tags/tag1.xml"/><Relationship Id="rId20" Type="http://schemas.openxmlformats.org/officeDocument/2006/relationships/tags" Target="../tags/tag2.xml"/><Relationship Id="rId21" Type="http://schemas.openxmlformats.org/officeDocument/2006/relationships/tags" Target="../tags/tag3.xml"/><Relationship Id="rId22" Type="http://schemas.openxmlformats.org/officeDocument/2006/relationships/tags" Target="../tags/tag4.xml"/><Relationship Id="rId23" Type="http://schemas.openxmlformats.org/officeDocument/2006/relationships/tags" Target="../tags/tag5.xml"/><Relationship Id="rId24" Type="http://schemas.openxmlformats.org/officeDocument/2006/relationships/tags" Target="../tags/tag6.xml"/><Relationship Id="rId25" Type="http://schemas.openxmlformats.org/officeDocument/2006/relationships/tags" Target="../tags/tag7.xml"/><Relationship Id="rId26" Type="http://schemas.openxmlformats.org/officeDocument/2006/relationships/tags" Target="../tags/tag8.xml"/><Relationship Id="rId27" Type="http://schemas.openxmlformats.org/officeDocument/2006/relationships/tags" Target="../tags/tag9.xml"/><Relationship Id="rId28" Type="http://schemas.openxmlformats.org/officeDocument/2006/relationships/tags" Target="../tags/tag10.xml"/><Relationship Id="rId29" Type="http://schemas.openxmlformats.org/officeDocument/2006/relationships/tags" Target="../tags/tag11.xml"/><Relationship Id="rId30" Type="http://schemas.openxmlformats.org/officeDocument/2006/relationships/tags" Target="../tags/tag12.xml"/><Relationship Id="rId31" Type="http://schemas.openxmlformats.org/officeDocument/2006/relationships/tags" Target="../tags/tag13.xml"/><Relationship Id="rId32" Type="http://schemas.openxmlformats.org/officeDocument/2006/relationships/tags" Target="../tags/tag14.xml"/><Relationship Id="rId33" Type="http://schemas.openxmlformats.org/officeDocument/2006/relationships/tags" Target="../tags/tag15.xml"/><Relationship Id="rId34" Type="http://schemas.openxmlformats.org/officeDocument/2006/relationships/tags" Target="../tags/tag16.xml"/><Relationship Id="rId35" Type="http://schemas.openxmlformats.org/officeDocument/2006/relationships/tags" Target="../tags/tag17.xml"/><Relationship Id="rId36" Type="http://schemas.openxmlformats.org/officeDocument/2006/relationships/tags" Target="../tags/tag18.xml"/><Relationship Id="rId37" Type="http://schemas.openxmlformats.org/officeDocument/2006/relationships/tags" Target="../tags/tag19.xml"/><Relationship Id="rId38" Type="http://schemas.openxmlformats.org/officeDocument/2006/relationships/tags" Target="../tags/tag20.xml"/><Relationship Id="rId39" Type="http://schemas.openxmlformats.org/officeDocument/2006/relationships/tags" Target="../tags/tag21.xml"/><Relationship Id="rId40" Type="http://schemas.openxmlformats.org/officeDocument/2006/relationships/tags" Target="../tags/tag22.xml"/><Relationship Id="rId41" Type="http://schemas.openxmlformats.org/officeDocument/2006/relationships/tags" Target="../tags/tag23.xml"/><Relationship Id="rId42" Type="http://schemas.openxmlformats.org/officeDocument/2006/relationships/tags" Target="../tags/tag24.xml"/><Relationship Id="rId43" Type="http://schemas.openxmlformats.org/officeDocument/2006/relationships/tags" Target="../tags/tag25.xml"/><Relationship Id="rId44" Type="http://schemas.openxmlformats.org/officeDocument/2006/relationships/tags" Target="../tags/tag26.xml"/><Relationship Id="rId45" Type="http://schemas.openxmlformats.org/officeDocument/2006/relationships/tags" Target="../tags/tag27.xml"/><Relationship Id="rId46" Type="http://schemas.openxmlformats.org/officeDocument/2006/relationships/tags" Target="../tags/tag28.xml"/><Relationship Id="rId47" Type="http://schemas.openxmlformats.org/officeDocument/2006/relationships/tags" Target="../tags/tag29.xml"/><Relationship Id="rId48" Type="http://schemas.openxmlformats.org/officeDocument/2006/relationships/tags" Target="../tags/tag30.xml"/><Relationship Id="rId49" Type="http://schemas.openxmlformats.org/officeDocument/2006/relationships/tags" Target="../tags/tag31.xml"/><Relationship Id="rId50" Type="http://schemas.openxmlformats.org/officeDocument/2006/relationships/tags" Target="../tags/tag32.xml"/><Relationship Id="rId51" Type="http://schemas.openxmlformats.org/officeDocument/2006/relationships/tags" Target="../tags/tag33.xml"/><Relationship Id="rId52" Type="http://schemas.openxmlformats.org/officeDocument/2006/relationships/tags" Target="../tags/tag34.xml"/><Relationship Id="rId53" Type="http://schemas.openxmlformats.org/officeDocument/2006/relationships/tags" Target="../tags/tag35.xml"/><Relationship Id="rId54" Type="http://schemas.openxmlformats.org/officeDocument/2006/relationships/tags" Target="../tags/tag36.xml"/><Relationship Id="rId55" Type="http://schemas.openxmlformats.org/officeDocument/2006/relationships/tags" Target="../tags/tag37.xml"/><Relationship Id="rId56" Type="http://schemas.openxmlformats.org/officeDocument/2006/relationships/tags" Target="../tags/tag38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36.xml"/><Relationship Id="rId20" Type="http://schemas.openxmlformats.org/officeDocument/2006/relationships/slideLayout" Target="../slideLayouts/slideLayout37.xml"/><Relationship Id="rId21" Type="http://schemas.openxmlformats.org/officeDocument/2006/relationships/slideLayout" Target="../slideLayouts/slideLayout38.xml"/><Relationship Id="rId22" Type="http://schemas.openxmlformats.org/officeDocument/2006/relationships/theme" Target="../theme/theme2.xml"/><Relationship Id="rId23" Type="http://schemas.openxmlformats.org/officeDocument/2006/relationships/tags" Target="../tags/tag69.xml"/><Relationship Id="rId24" Type="http://schemas.openxmlformats.org/officeDocument/2006/relationships/tags" Target="../tags/tag70.xml"/><Relationship Id="rId25" Type="http://schemas.openxmlformats.org/officeDocument/2006/relationships/tags" Target="../tags/tag71.xml"/><Relationship Id="rId26" Type="http://schemas.openxmlformats.org/officeDocument/2006/relationships/tags" Target="../tags/tag72.xml"/><Relationship Id="rId27" Type="http://schemas.openxmlformats.org/officeDocument/2006/relationships/tags" Target="../tags/tag73.xml"/><Relationship Id="rId28" Type="http://schemas.openxmlformats.org/officeDocument/2006/relationships/tags" Target="../tags/tag74.xml"/><Relationship Id="rId29" Type="http://schemas.openxmlformats.org/officeDocument/2006/relationships/tags" Target="../tags/tag75.xml"/><Relationship Id="rId30" Type="http://schemas.openxmlformats.org/officeDocument/2006/relationships/tags" Target="../tags/tag76.xml"/><Relationship Id="rId31" Type="http://schemas.openxmlformats.org/officeDocument/2006/relationships/tags" Target="../tags/tag77.xml"/><Relationship Id="rId32" Type="http://schemas.openxmlformats.org/officeDocument/2006/relationships/tags" Target="../tags/tag78.xml"/><Relationship Id="rId33" Type="http://schemas.openxmlformats.org/officeDocument/2006/relationships/tags" Target="../tags/tag79.xml"/><Relationship Id="rId34" Type="http://schemas.openxmlformats.org/officeDocument/2006/relationships/tags" Target="../tags/tag80.xml"/><Relationship Id="rId35" Type="http://schemas.openxmlformats.org/officeDocument/2006/relationships/tags" Target="../tags/tag81.xml"/><Relationship Id="rId36" Type="http://schemas.openxmlformats.org/officeDocument/2006/relationships/tags" Target="../tags/tag82.xml"/><Relationship Id="rId37" Type="http://schemas.openxmlformats.org/officeDocument/2006/relationships/tags" Target="../tags/tag83.xml"/><Relationship Id="rId38" Type="http://schemas.openxmlformats.org/officeDocument/2006/relationships/tags" Target="../tags/tag84.xml"/><Relationship Id="rId39" Type="http://schemas.openxmlformats.org/officeDocument/2006/relationships/tags" Target="../tags/tag85.xml"/><Relationship Id="rId40" Type="http://schemas.openxmlformats.org/officeDocument/2006/relationships/tags" Target="../tags/tag86.xml"/><Relationship Id="rId41" Type="http://schemas.openxmlformats.org/officeDocument/2006/relationships/tags" Target="../tags/tag87.xml"/><Relationship Id="rId42" Type="http://schemas.openxmlformats.org/officeDocument/2006/relationships/tags" Target="../tags/tag88.xml"/><Relationship Id="rId43" Type="http://schemas.openxmlformats.org/officeDocument/2006/relationships/tags" Target="../tags/tag89.xml"/><Relationship Id="rId44" Type="http://schemas.openxmlformats.org/officeDocument/2006/relationships/tags" Target="../tags/tag90.xml"/><Relationship Id="rId45" Type="http://schemas.openxmlformats.org/officeDocument/2006/relationships/tags" Target="../tags/tag91.xml"/><Relationship Id="rId46" Type="http://schemas.openxmlformats.org/officeDocument/2006/relationships/tags" Target="../tags/tag92.xml"/><Relationship Id="rId47" Type="http://schemas.openxmlformats.org/officeDocument/2006/relationships/tags" Target="../tags/tag93.xml"/><Relationship Id="rId48" Type="http://schemas.openxmlformats.org/officeDocument/2006/relationships/tags" Target="../tags/tag94.xml"/><Relationship Id="rId49" Type="http://schemas.openxmlformats.org/officeDocument/2006/relationships/tags" Target="../tags/tag95.xml"/><Relationship Id="rId50" Type="http://schemas.openxmlformats.org/officeDocument/2006/relationships/tags" Target="../tags/tag96.xml"/><Relationship Id="rId51" Type="http://schemas.openxmlformats.org/officeDocument/2006/relationships/tags" Target="../tags/tag97.xml"/><Relationship Id="rId52" Type="http://schemas.openxmlformats.org/officeDocument/2006/relationships/tags" Target="../tags/tag98.xml"/><Relationship Id="rId53" Type="http://schemas.openxmlformats.org/officeDocument/2006/relationships/tags" Target="../tags/tag99.xml"/><Relationship Id="rId54" Type="http://schemas.openxmlformats.org/officeDocument/2006/relationships/tags" Target="../tags/tag100.xml"/><Relationship Id="rId55" Type="http://schemas.openxmlformats.org/officeDocument/2006/relationships/tags" Target="../tags/tag101.xml"/><Relationship Id="rId56" Type="http://schemas.openxmlformats.org/officeDocument/2006/relationships/tags" Target="../tags/tag102.xml"/><Relationship Id="rId57" Type="http://schemas.openxmlformats.org/officeDocument/2006/relationships/tags" Target="../tags/tag103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slideLayout" Target="../slideLayouts/slideLayout40.xml"/><Relationship Id="rId3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6.xml"/><Relationship Id="rId9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2.xml"/><Relationship Id="rId15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54.xml"/><Relationship Id="rId17" Type="http://schemas.openxmlformats.org/officeDocument/2006/relationships/theme" Target="../theme/theme3.xml"/><Relationship Id="rId18" Type="http://schemas.openxmlformats.org/officeDocument/2006/relationships/tags" Target="../tags/tag123.xml"/><Relationship Id="rId19" Type="http://schemas.openxmlformats.org/officeDocument/2006/relationships/tags" Target="../tags/tag124.xml"/><Relationship Id="rId20" Type="http://schemas.openxmlformats.org/officeDocument/2006/relationships/tags" Target="../tags/tag125.xml"/><Relationship Id="rId21" Type="http://schemas.openxmlformats.org/officeDocument/2006/relationships/tags" Target="../tags/tag126.xml"/><Relationship Id="rId22" Type="http://schemas.openxmlformats.org/officeDocument/2006/relationships/tags" Target="../tags/tag127.xml"/><Relationship Id="rId23" Type="http://schemas.openxmlformats.org/officeDocument/2006/relationships/tags" Target="../tags/tag128.xml"/><Relationship Id="rId24" Type="http://schemas.openxmlformats.org/officeDocument/2006/relationships/tags" Target="../tags/tag129.xml"/><Relationship Id="rId25" Type="http://schemas.openxmlformats.org/officeDocument/2006/relationships/tags" Target="../tags/tag130.xml"/><Relationship Id="rId26" Type="http://schemas.openxmlformats.org/officeDocument/2006/relationships/tags" Target="../tags/tag131.xml"/><Relationship Id="rId27" Type="http://schemas.openxmlformats.org/officeDocument/2006/relationships/tags" Target="../tags/tag132.xml"/><Relationship Id="rId28" Type="http://schemas.openxmlformats.org/officeDocument/2006/relationships/tags" Target="../tags/tag133.xml"/><Relationship Id="rId29" Type="http://schemas.openxmlformats.org/officeDocument/2006/relationships/tags" Target="../tags/tag134.xml"/><Relationship Id="rId30" Type="http://schemas.openxmlformats.org/officeDocument/2006/relationships/tags" Target="../tags/tag135.xml"/><Relationship Id="rId31" Type="http://schemas.openxmlformats.org/officeDocument/2006/relationships/tags" Target="../tags/tag136.xml"/><Relationship Id="rId32" Type="http://schemas.openxmlformats.org/officeDocument/2006/relationships/tags" Target="../tags/tag137.xml"/><Relationship Id="rId33" Type="http://schemas.openxmlformats.org/officeDocument/2006/relationships/tags" Target="../tags/tag138.xml"/><Relationship Id="rId34" Type="http://schemas.openxmlformats.org/officeDocument/2006/relationships/tags" Target="../tags/tag139.xml"/><Relationship Id="rId35" Type="http://schemas.openxmlformats.org/officeDocument/2006/relationships/tags" Target="../tags/tag140.xml"/><Relationship Id="rId36" Type="http://schemas.openxmlformats.org/officeDocument/2006/relationships/tags" Target="../tags/tag141.xml"/><Relationship Id="rId37" Type="http://schemas.openxmlformats.org/officeDocument/2006/relationships/tags" Target="../tags/tag142.xml"/><Relationship Id="rId38" Type="http://schemas.openxmlformats.org/officeDocument/2006/relationships/tags" Target="../tags/tag143.xml"/><Relationship Id="rId39" Type="http://schemas.openxmlformats.org/officeDocument/2006/relationships/tags" Target="../tags/tag144.xml"/><Relationship Id="rId40" Type="http://schemas.openxmlformats.org/officeDocument/2006/relationships/tags" Target="../tags/tag145.xml"/><Relationship Id="rId41" Type="http://schemas.openxmlformats.org/officeDocument/2006/relationships/tags" Target="../tags/tag146.xml"/><Relationship Id="rId42" Type="http://schemas.openxmlformats.org/officeDocument/2006/relationships/tags" Target="../tags/tag147.xml"/><Relationship Id="rId43" Type="http://schemas.openxmlformats.org/officeDocument/2006/relationships/tags" Target="../tags/tag148.xml"/><Relationship Id="rId44" Type="http://schemas.openxmlformats.org/officeDocument/2006/relationships/tags" Target="../tags/tag149.xml"/><Relationship Id="rId45" Type="http://schemas.openxmlformats.org/officeDocument/2006/relationships/tags" Target="../tags/tag150.xml"/><Relationship Id="rId46" Type="http://schemas.openxmlformats.org/officeDocument/2006/relationships/tags" Target="../tags/tag151.xml"/><Relationship Id="rId47" Type="http://schemas.openxmlformats.org/officeDocument/2006/relationships/tags" Target="../tags/tag152.xml"/><Relationship Id="rId48" Type="http://schemas.openxmlformats.org/officeDocument/2006/relationships/tags" Target="../tags/tag153.xml"/><Relationship Id="rId49" Type="http://schemas.openxmlformats.org/officeDocument/2006/relationships/tags" Target="../tags/tag154.xml"/><Relationship Id="rId50" Type="http://schemas.openxmlformats.org/officeDocument/2006/relationships/tags" Target="../tags/tag155.xml"/><Relationship Id="rId51" Type="http://schemas.openxmlformats.org/officeDocument/2006/relationships/tags" Target="../tags/tag156.xml"/><Relationship Id="rId52" Type="http://schemas.openxmlformats.org/officeDocument/2006/relationships/tags" Target="../tags/tag157.xml"/><Relationship Id="rId53" Type="http://schemas.openxmlformats.org/officeDocument/2006/relationships/tags" Target="../tags/tag158.xml"/><Relationship Id="rId54" Type="http://schemas.openxmlformats.org/officeDocument/2006/relationships/tags" Target="../tags/tag159.xml"/><Relationship Id="rId55" Type="http://schemas.openxmlformats.org/officeDocument/2006/relationships/tags" Target="../tags/tag160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1.xml"/><Relationship Id="rId8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66.xml"/><Relationship Id="rId13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68.xml"/><Relationship Id="rId15" Type="http://schemas.openxmlformats.org/officeDocument/2006/relationships/slideLayout" Target="../slideLayouts/slideLayout69.xml"/><Relationship Id="rId16" Type="http://schemas.openxmlformats.org/officeDocument/2006/relationships/slideLayout" Target="../slideLayouts/slideLayout70.xml"/><Relationship Id="rId17" Type="http://schemas.openxmlformats.org/officeDocument/2006/relationships/theme" Target="../theme/theme4.xml"/><Relationship Id="rId18" Type="http://schemas.openxmlformats.org/officeDocument/2006/relationships/tags" Target="../tags/tag189.xml"/><Relationship Id="rId19" Type="http://schemas.openxmlformats.org/officeDocument/2006/relationships/tags" Target="../tags/tag190.xml"/><Relationship Id="rId20" Type="http://schemas.openxmlformats.org/officeDocument/2006/relationships/tags" Target="../tags/tag191.xml"/><Relationship Id="rId21" Type="http://schemas.openxmlformats.org/officeDocument/2006/relationships/tags" Target="../tags/tag192.xml"/><Relationship Id="rId22" Type="http://schemas.openxmlformats.org/officeDocument/2006/relationships/tags" Target="../tags/tag193.xml"/><Relationship Id="rId23" Type="http://schemas.openxmlformats.org/officeDocument/2006/relationships/tags" Target="../tags/tag194.xml"/><Relationship Id="rId24" Type="http://schemas.openxmlformats.org/officeDocument/2006/relationships/tags" Target="../tags/tag195.xml"/><Relationship Id="rId25" Type="http://schemas.openxmlformats.org/officeDocument/2006/relationships/tags" Target="../tags/tag196.xml"/><Relationship Id="rId26" Type="http://schemas.openxmlformats.org/officeDocument/2006/relationships/tags" Target="../tags/tag197.xml"/><Relationship Id="rId27" Type="http://schemas.openxmlformats.org/officeDocument/2006/relationships/tags" Target="../tags/tag198.xml"/><Relationship Id="rId28" Type="http://schemas.openxmlformats.org/officeDocument/2006/relationships/tags" Target="../tags/tag199.xml"/><Relationship Id="rId29" Type="http://schemas.openxmlformats.org/officeDocument/2006/relationships/tags" Target="../tags/tag200.xml"/><Relationship Id="rId30" Type="http://schemas.openxmlformats.org/officeDocument/2006/relationships/tags" Target="../tags/tag201.xml"/><Relationship Id="rId31" Type="http://schemas.openxmlformats.org/officeDocument/2006/relationships/tags" Target="../tags/tag202.xml"/><Relationship Id="rId32" Type="http://schemas.openxmlformats.org/officeDocument/2006/relationships/tags" Target="../tags/tag203.xml"/><Relationship Id="rId33" Type="http://schemas.openxmlformats.org/officeDocument/2006/relationships/tags" Target="../tags/tag204.xml"/><Relationship Id="rId34" Type="http://schemas.openxmlformats.org/officeDocument/2006/relationships/tags" Target="../tags/tag205.xml"/><Relationship Id="rId35" Type="http://schemas.openxmlformats.org/officeDocument/2006/relationships/tags" Target="../tags/tag206.xml"/><Relationship Id="rId36" Type="http://schemas.openxmlformats.org/officeDocument/2006/relationships/tags" Target="../tags/tag207.xml"/><Relationship Id="rId37" Type="http://schemas.openxmlformats.org/officeDocument/2006/relationships/tags" Target="../tags/tag208.xml"/><Relationship Id="rId38" Type="http://schemas.openxmlformats.org/officeDocument/2006/relationships/tags" Target="../tags/tag209.xml"/><Relationship Id="rId39" Type="http://schemas.openxmlformats.org/officeDocument/2006/relationships/tags" Target="../tags/tag210.xml"/><Relationship Id="rId40" Type="http://schemas.openxmlformats.org/officeDocument/2006/relationships/tags" Target="../tags/tag211.xml"/><Relationship Id="rId41" Type="http://schemas.openxmlformats.org/officeDocument/2006/relationships/tags" Target="../tags/tag212.xml"/><Relationship Id="rId42" Type="http://schemas.openxmlformats.org/officeDocument/2006/relationships/tags" Target="../tags/tag213.xml"/><Relationship Id="rId43" Type="http://schemas.openxmlformats.org/officeDocument/2006/relationships/tags" Target="../tags/tag214.xml"/><Relationship Id="rId44" Type="http://schemas.openxmlformats.org/officeDocument/2006/relationships/tags" Target="../tags/tag215.xml"/><Relationship Id="rId45" Type="http://schemas.openxmlformats.org/officeDocument/2006/relationships/tags" Target="../tags/tag216.xml"/><Relationship Id="rId46" Type="http://schemas.openxmlformats.org/officeDocument/2006/relationships/tags" Target="../tags/tag217.xml"/><Relationship Id="rId47" Type="http://schemas.openxmlformats.org/officeDocument/2006/relationships/tags" Target="../tags/tag218.xml"/><Relationship Id="rId48" Type="http://schemas.openxmlformats.org/officeDocument/2006/relationships/tags" Target="../tags/tag219.xml"/><Relationship Id="rId49" Type="http://schemas.openxmlformats.org/officeDocument/2006/relationships/tags" Target="../tags/tag220.xml"/><Relationship Id="rId50" Type="http://schemas.openxmlformats.org/officeDocument/2006/relationships/tags" Target="../tags/tag221.xml"/><Relationship Id="rId51" Type="http://schemas.openxmlformats.org/officeDocument/2006/relationships/tags" Target="../tags/tag222.xml"/><Relationship Id="rId52" Type="http://schemas.openxmlformats.org/officeDocument/2006/relationships/tags" Target="../tags/tag223.xml"/><Relationship Id="rId53" Type="http://schemas.openxmlformats.org/officeDocument/2006/relationships/tags" Target="../tags/tag224.xml"/><Relationship Id="rId54" Type="http://schemas.openxmlformats.org/officeDocument/2006/relationships/tags" Target="../tags/tag225.xml"/><Relationship Id="rId55" Type="http://schemas.openxmlformats.org/officeDocument/2006/relationships/tags" Target="../tags/tag226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85.xml"/><Relationship Id="rId16" Type="http://schemas.openxmlformats.org/officeDocument/2006/relationships/theme" Target="../theme/theme5.xml"/><Relationship Id="rId17" Type="http://schemas.openxmlformats.org/officeDocument/2006/relationships/tags" Target="../tags/tag255.xml"/><Relationship Id="rId18" Type="http://schemas.openxmlformats.org/officeDocument/2006/relationships/tags" Target="../tags/tag256.xml"/><Relationship Id="rId19" Type="http://schemas.openxmlformats.org/officeDocument/2006/relationships/tags" Target="../tags/tag257.xml"/><Relationship Id="rId20" Type="http://schemas.openxmlformats.org/officeDocument/2006/relationships/tags" Target="../tags/tag258.xml"/><Relationship Id="rId21" Type="http://schemas.openxmlformats.org/officeDocument/2006/relationships/tags" Target="../tags/tag259.xml"/><Relationship Id="rId22" Type="http://schemas.openxmlformats.org/officeDocument/2006/relationships/tags" Target="../tags/tag260.xml"/><Relationship Id="rId23" Type="http://schemas.openxmlformats.org/officeDocument/2006/relationships/tags" Target="../tags/tag261.xml"/><Relationship Id="rId24" Type="http://schemas.openxmlformats.org/officeDocument/2006/relationships/tags" Target="../tags/tag262.xml"/><Relationship Id="rId25" Type="http://schemas.openxmlformats.org/officeDocument/2006/relationships/tags" Target="../tags/tag263.xml"/><Relationship Id="rId26" Type="http://schemas.openxmlformats.org/officeDocument/2006/relationships/tags" Target="../tags/tag264.xml"/><Relationship Id="rId27" Type="http://schemas.openxmlformats.org/officeDocument/2006/relationships/tags" Target="../tags/tag265.xml"/><Relationship Id="rId28" Type="http://schemas.openxmlformats.org/officeDocument/2006/relationships/tags" Target="../tags/tag266.xml"/><Relationship Id="rId29" Type="http://schemas.openxmlformats.org/officeDocument/2006/relationships/tags" Target="../tags/tag267.xml"/><Relationship Id="rId30" Type="http://schemas.openxmlformats.org/officeDocument/2006/relationships/tags" Target="../tags/tag268.xml"/><Relationship Id="rId31" Type="http://schemas.openxmlformats.org/officeDocument/2006/relationships/tags" Target="../tags/tag269.xml"/><Relationship Id="rId32" Type="http://schemas.openxmlformats.org/officeDocument/2006/relationships/tags" Target="../tags/tag270.xml"/><Relationship Id="rId33" Type="http://schemas.openxmlformats.org/officeDocument/2006/relationships/tags" Target="../tags/tag271.xml"/><Relationship Id="rId34" Type="http://schemas.openxmlformats.org/officeDocument/2006/relationships/tags" Target="../tags/tag272.xml"/><Relationship Id="rId35" Type="http://schemas.openxmlformats.org/officeDocument/2006/relationships/tags" Target="../tags/tag273.xml"/><Relationship Id="rId36" Type="http://schemas.openxmlformats.org/officeDocument/2006/relationships/tags" Target="../tags/tag274.xml"/><Relationship Id="rId37" Type="http://schemas.openxmlformats.org/officeDocument/2006/relationships/tags" Target="../tags/tag275.xml"/><Relationship Id="rId38" Type="http://schemas.openxmlformats.org/officeDocument/2006/relationships/tags" Target="../tags/tag276.xml"/><Relationship Id="rId39" Type="http://schemas.openxmlformats.org/officeDocument/2006/relationships/tags" Target="../tags/tag277.xml"/><Relationship Id="rId40" Type="http://schemas.openxmlformats.org/officeDocument/2006/relationships/tags" Target="../tags/tag278.xml"/><Relationship Id="rId41" Type="http://schemas.openxmlformats.org/officeDocument/2006/relationships/tags" Target="../tags/tag279.xml"/><Relationship Id="rId42" Type="http://schemas.openxmlformats.org/officeDocument/2006/relationships/tags" Target="../tags/tag280.xml"/><Relationship Id="rId43" Type="http://schemas.openxmlformats.org/officeDocument/2006/relationships/tags" Target="../tags/tag281.xml"/><Relationship Id="rId44" Type="http://schemas.openxmlformats.org/officeDocument/2006/relationships/tags" Target="../tags/tag282.xml"/><Relationship Id="rId45" Type="http://schemas.openxmlformats.org/officeDocument/2006/relationships/tags" Target="../tags/tag283.xml"/><Relationship Id="rId46" Type="http://schemas.openxmlformats.org/officeDocument/2006/relationships/tags" Target="../tags/tag284.xml"/><Relationship Id="rId47" Type="http://schemas.openxmlformats.org/officeDocument/2006/relationships/tags" Target="../tags/tag285.xml"/><Relationship Id="rId48" Type="http://schemas.openxmlformats.org/officeDocument/2006/relationships/tags" Target="../tags/tag286.xml"/><Relationship Id="rId49" Type="http://schemas.openxmlformats.org/officeDocument/2006/relationships/tags" Target="../tags/tag287.xml"/><Relationship Id="rId50" Type="http://schemas.openxmlformats.org/officeDocument/2006/relationships/tags" Target="../tags/tag288.xml"/><Relationship Id="rId51" Type="http://schemas.openxmlformats.org/officeDocument/2006/relationships/tags" Target="../tags/tag289.xml"/><Relationship Id="rId52" Type="http://schemas.openxmlformats.org/officeDocument/2006/relationships/tags" Target="../tags/tag290.xml"/><Relationship Id="rId53" Type="http://schemas.openxmlformats.org/officeDocument/2006/relationships/tags" Target="../tags/tag291.xml"/><Relationship Id="rId54" Type="http://schemas.openxmlformats.org/officeDocument/2006/relationships/tags" Target="../tags/tag292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slideLayout" Target="../slideLayouts/slideLayout87.xml"/><Relationship Id="rId3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9.xml"/><Relationship Id="rId5" Type="http://schemas.openxmlformats.org/officeDocument/2006/relationships/slideLayout" Target="../slideLayouts/slideLayout90.xml"/><Relationship Id="rId6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2.xml"/><Relationship Id="rId8" Type="http://schemas.openxmlformats.org/officeDocument/2006/relationships/slideLayout" Target="../slideLayouts/slideLayout93.xml"/><Relationship Id="rId9" Type="http://schemas.openxmlformats.org/officeDocument/2006/relationships/slideLayout" Target="../slideLayouts/slideLayout94.xml"/><Relationship Id="rId10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96.xml"/><Relationship Id="rId12" Type="http://schemas.openxmlformats.org/officeDocument/2006/relationships/slideLayout" Target="../slideLayouts/slideLayout97.xml"/><Relationship Id="rId13" Type="http://schemas.openxmlformats.org/officeDocument/2006/relationships/slideLayout" Target="../slideLayouts/slideLayout98.xml"/><Relationship Id="rId14" Type="http://schemas.openxmlformats.org/officeDocument/2006/relationships/slideLayout" Target="../slideLayouts/slideLayout99.xml"/><Relationship Id="rId15" Type="http://schemas.openxmlformats.org/officeDocument/2006/relationships/slideLayout" Target="../slideLayouts/slideLayout100.xml"/><Relationship Id="rId16" Type="http://schemas.openxmlformats.org/officeDocument/2006/relationships/slideLayout" Target="../slideLayouts/slideLayout101.xml"/><Relationship Id="rId17" Type="http://schemas.openxmlformats.org/officeDocument/2006/relationships/slideLayout" Target="../slideLayouts/slideLayout102.xml"/><Relationship Id="rId18" Type="http://schemas.openxmlformats.org/officeDocument/2006/relationships/slideLayout" Target="../slideLayouts/slideLayout103.xml"/><Relationship Id="rId19" Type="http://schemas.openxmlformats.org/officeDocument/2006/relationships/slideLayout" Target="../slideLayouts/slideLayout104.xml"/><Relationship Id="rId20" Type="http://schemas.openxmlformats.org/officeDocument/2006/relationships/slideLayout" Target="../slideLayouts/slideLayout105.xml"/><Relationship Id="rId21" Type="http://schemas.openxmlformats.org/officeDocument/2006/relationships/slideLayout" Target="../slideLayouts/slideLayout106.xml"/><Relationship Id="rId22" Type="http://schemas.openxmlformats.org/officeDocument/2006/relationships/theme" Target="../theme/theme6.xml"/><Relationship Id="rId23" Type="http://schemas.openxmlformats.org/officeDocument/2006/relationships/tags" Target="../tags/tag319.xml"/><Relationship Id="rId24" Type="http://schemas.openxmlformats.org/officeDocument/2006/relationships/tags" Target="../tags/tag320.xml"/><Relationship Id="rId25" Type="http://schemas.openxmlformats.org/officeDocument/2006/relationships/tags" Target="../tags/tag321.xml"/><Relationship Id="rId26" Type="http://schemas.openxmlformats.org/officeDocument/2006/relationships/tags" Target="../tags/tag322.xml"/><Relationship Id="rId27" Type="http://schemas.openxmlformats.org/officeDocument/2006/relationships/tags" Target="../tags/tag323.xml"/><Relationship Id="rId28" Type="http://schemas.openxmlformats.org/officeDocument/2006/relationships/tags" Target="../tags/tag324.xml"/><Relationship Id="rId29" Type="http://schemas.openxmlformats.org/officeDocument/2006/relationships/tags" Target="../tags/tag325.xml"/><Relationship Id="rId30" Type="http://schemas.openxmlformats.org/officeDocument/2006/relationships/tags" Target="../tags/tag326.xml"/><Relationship Id="rId31" Type="http://schemas.openxmlformats.org/officeDocument/2006/relationships/tags" Target="../tags/tag327.xml"/><Relationship Id="rId32" Type="http://schemas.openxmlformats.org/officeDocument/2006/relationships/tags" Target="../tags/tag328.xml"/><Relationship Id="rId33" Type="http://schemas.openxmlformats.org/officeDocument/2006/relationships/tags" Target="../tags/tag329.xml"/><Relationship Id="rId34" Type="http://schemas.openxmlformats.org/officeDocument/2006/relationships/tags" Target="../tags/tag330.xml"/><Relationship Id="rId35" Type="http://schemas.openxmlformats.org/officeDocument/2006/relationships/tags" Target="../tags/tag331.xml"/><Relationship Id="rId36" Type="http://schemas.openxmlformats.org/officeDocument/2006/relationships/tags" Target="../tags/tag332.xml"/><Relationship Id="rId37" Type="http://schemas.openxmlformats.org/officeDocument/2006/relationships/tags" Target="../tags/tag333.xml"/><Relationship Id="rId38" Type="http://schemas.openxmlformats.org/officeDocument/2006/relationships/tags" Target="../tags/tag334.xml"/><Relationship Id="rId39" Type="http://schemas.openxmlformats.org/officeDocument/2006/relationships/tags" Target="../tags/tag335.xml"/><Relationship Id="rId40" Type="http://schemas.openxmlformats.org/officeDocument/2006/relationships/tags" Target="../tags/tag336.xml"/><Relationship Id="rId41" Type="http://schemas.openxmlformats.org/officeDocument/2006/relationships/tags" Target="../tags/tag337.xml"/><Relationship Id="rId42" Type="http://schemas.openxmlformats.org/officeDocument/2006/relationships/tags" Target="../tags/tag338.xml"/><Relationship Id="rId43" Type="http://schemas.openxmlformats.org/officeDocument/2006/relationships/tags" Target="../tags/tag339.xml"/><Relationship Id="rId44" Type="http://schemas.openxmlformats.org/officeDocument/2006/relationships/tags" Target="../tags/tag340.xml"/><Relationship Id="rId45" Type="http://schemas.openxmlformats.org/officeDocument/2006/relationships/tags" Target="../tags/tag341.xml"/><Relationship Id="rId46" Type="http://schemas.openxmlformats.org/officeDocument/2006/relationships/tags" Target="../tags/tag342.xml"/><Relationship Id="rId47" Type="http://schemas.openxmlformats.org/officeDocument/2006/relationships/tags" Target="../tags/tag343.xml"/><Relationship Id="rId48" Type="http://schemas.openxmlformats.org/officeDocument/2006/relationships/tags" Target="../tags/tag344.xml"/><Relationship Id="rId49" Type="http://schemas.openxmlformats.org/officeDocument/2006/relationships/tags" Target="../tags/tag345.xml"/><Relationship Id="rId50" Type="http://schemas.openxmlformats.org/officeDocument/2006/relationships/tags" Target="../tags/tag346.xml"/><Relationship Id="rId51" Type="http://schemas.openxmlformats.org/officeDocument/2006/relationships/tags" Target="../tags/tag347.xml"/><Relationship Id="rId52" Type="http://schemas.openxmlformats.org/officeDocument/2006/relationships/tags" Target="../tags/tag348.xml"/><Relationship Id="rId53" Type="http://schemas.openxmlformats.org/officeDocument/2006/relationships/tags" Target="../tags/tag349.xml"/><Relationship Id="rId54" Type="http://schemas.openxmlformats.org/officeDocument/2006/relationships/tags" Target="../tags/tag350.xml"/><Relationship Id="rId55" Type="http://schemas.openxmlformats.org/officeDocument/2006/relationships/tags" Target="../tags/tag351.xml"/><Relationship Id="rId56" Type="http://schemas.openxmlformats.org/officeDocument/2006/relationships/tags" Target="../tags/tag352.xml"/><Relationship Id="rId57" Type="http://schemas.openxmlformats.org/officeDocument/2006/relationships/tags" Target="../tags/tag353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0.xml"/><Relationship Id="rId15" Type="http://schemas.openxmlformats.org/officeDocument/2006/relationships/slideLayout" Target="../slideLayouts/slideLayout121.xml"/><Relationship Id="rId16" Type="http://schemas.openxmlformats.org/officeDocument/2006/relationships/theme" Target="../theme/theme7.xml"/><Relationship Id="rId17" Type="http://schemas.openxmlformats.org/officeDocument/2006/relationships/tags" Target="../tags/tag373.xml"/><Relationship Id="rId18" Type="http://schemas.openxmlformats.org/officeDocument/2006/relationships/tags" Target="../tags/tag374.xml"/><Relationship Id="rId19" Type="http://schemas.openxmlformats.org/officeDocument/2006/relationships/tags" Target="../tags/tag375.xml"/><Relationship Id="rId20" Type="http://schemas.openxmlformats.org/officeDocument/2006/relationships/tags" Target="../tags/tag376.xml"/><Relationship Id="rId21" Type="http://schemas.openxmlformats.org/officeDocument/2006/relationships/tags" Target="../tags/tag377.xml"/><Relationship Id="rId22" Type="http://schemas.openxmlformats.org/officeDocument/2006/relationships/tags" Target="../tags/tag378.xml"/><Relationship Id="rId23" Type="http://schemas.openxmlformats.org/officeDocument/2006/relationships/tags" Target="../tags/tag379.xml"/><Relationship Id="rId24" Type="http://schemas.openxmlformats.org/officeDocument/2006/relationships/tags" Target="../tags/tag380.xml"/><Relationship Id="rId25" Type="http://schemas.openxmlformats.org/officeDocument/2006/relationships/tags" Target="../tags/tag381.xml"/><Relationship Id="rId26" Type="http://schemas.openxmlformats.org/officeDocument/2006/relationships/tags" Target="../tags/tag382.xml"/><Relationship Id="rId27" Type="http://schemas.openxmlformats.org/officeDocument/2006/relationships/tags" Target="../tags/tag383.xml"/><Relationship Id="rId28" Type="http://schemas.openxmlformats.org/officeDocument/2006/relationships/tags" Target="../tags/tag384.xml"/><Relationship Id="rId29" Type="http://schemas.openxmlformats.org/officeDocument/2006/relationships/tags" Target="../tags/tag385.xml"/><Relationship Id="rId30" Type="http://schemas.openxmlformats.org/officeDocument/2006/relationships/tags" Target="../tags/tag386.xml"/><Relationship Id="rId31" Type="http://schemas.openxmlformats.org/officeDocument/2006/relationships/tags" Target="../tags/tag387.xml"/><Relationship Id="rId32" Type="http://schemas.openxmlformats.org/officeDocument/2006/relationships/tags" Target="../tags/tag388.xml"/><Relationship Id="rId33" Type="http://schemas.openxmlformats.org/officeDocument/2006/relationships/tags" Target="../tags/tag389.xml"/><Relationship Id="rId34" Type="http://schemas.openxmlformats.org/officeDocument/2006/relationships/tags" Target="../tags/tag390.xml"/><Relationship Id="rId35" Type="http://schemas.openxmlformats.org/officeDocument/2006/relationships/tags" Target="../tags/tag391.xml"/><Relationship Id="rId36" Type="http://schemas.openxmlformats.org/officeDocument/2006/relationships/tags" Target="../tags/tag392.xml"/><Relationship Id="rId37" Type="http://schemas.openxmlformats.org/officeDocument/2006/relationships/tags" Target="../tags/tag393.xml"/><Relationship Id="rId38" Type="http://schemas.openxmlformats.org/officeDocument/2006/relationships/tags" Target="../tags/tag394.xml"/><Relationship Id="rId39" Type="http://schemas.openxmlformats.org/officeDocument/2006/relationships/tags" Target="../tags/tag395.xml"/><Relationship Id="rId40" Type="http://schemas.openxmlformats.org/officeDocument/2006/relationships/tags" Target="../tags/tag396.xml"/><Relationship Id="rId41" Type="http://schemas.openxmlformats.org/officeDocument/2006/relationships/tags" Target="../tags/tag397.xml"/><Relationship Id="rId42" Type="http://schemas.openxmlformats.org/officeDocument/2006/relationships/tags" Target="../tags/tag398.xml"/><Relationship Id="rId43" Type="http://schemas.openxmlformats.org/officeDocument/2006/relationships/tags" Target="../tags/tag399.xml"/><Relationship Id="rId44" Type="http://schemas.openxmlformats.org/officeDocument/2006/relationships/tags" Target="../tags/tag400.xml"/><Relationship Id="rId45" Type="http://schemas.openxmlformats.org/officeDocument/2006/relationships/tags" Target="../tags/tag401.xml"/><Relationship Id="rId46" Type="http://schemas.openxmlformats.org/officeDocument/2006/relationships/tags" Target="../tags/tag402.xml"/><Relationship Id="rId47" Type="http://schemas.openxmlformats.org/officeDocument/2006/relationships/tags" Target="../tags/tag403.xml"/><Relationship Id="rId48" Type="http://schemas.openxmlformats.org/officeDocument/2006/relationships/tags" Target="../tags/tag404.xml"/><Relationship Id="rId49" Type="http://schemas.openxmlformats.org/officeDocument/2006/relationships/tags" Target="../tags/tag405.xml"/><Relationship Id="rId50" Type="http://schemas.openxmlformats.org/officeDocument/2006/relationships/tags" Target="../tags/tag406.xml"/><Relationship Id="rId51" Type="http://schemas.openxmlformats.org/officeDocument/2006/relationships/tags" Target="../tags/tag407.xml"/><Relationship Id="rId52" Type="http://schemas.openxmlformats.org/officeDocument/2006/relationships/tags" Target="../tags/tag408.xml"/><Relationship Id="rId53" Type="http://schemas.openxmlformats.org/officeDocument/2006/relationships/tags" Target="../tags/tag409.xml"/><Relationship Id="rId54" Type="http://schemas.openxmlformats.org/officeDocument/2006/relationships/tags" Target="../tags/tag4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ounded Rectangle 22"/>
          <p:cNvSpPr/>
          <p:nvPr>
            <p:custDataLst>
              <p:tags r:id="rId19"/>
            </p:custDataLst>
          </p:nvPr>
        </p:nvSpPr>
        <p:spPr>
          <a:xfrm>
            <a:off x="12323200" y="138430"/>
            <a:ext cx="307975" cy="30607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3161010" y="138430"/>
            <a:ext cx="9277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标题文字</a:t>
            </a:r>
          </a:p>
        </p:txBody>
      </p:sp>
      <p:sp>
        <p:nvSpPr>
          <p:cNvPr id="76" name="文本框 75"/>
          <p:cNvSpPr txBox="1"/>
          <p:nvPr/>
        </p:nvSpPr>
        <p:spPr>
          <a:xfrm>
            <a:off x="12224385" y="-368320"/>
            <a:ext cx="546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深色背景</a:t>
            </a:r>
          </a:p>
        </p:txBody>
      </p:sp>
      <p:sp>
        <p:nvSpPr>
          <p:cNvPr id="77" name="Rounded Rectangle 22"/>
          <p:cNvSpPr/>
          <p:nvPr>
            <p:custDataLst>
              <p:tags r:id="rId20"/>
            </p:custDataLst>
          </p:nvPr>
        </p:nvSpPr>
        <p:spPr>
          <a:xfrm>
            <a:off x="12837160" y="138430"/>
            <a:ext cx="307975" cy="306070"/>
          </a:xfrm>
          <a:prstGeom prst="rect">
            <a:avLst/>
          </a:prstGeom>
          <a:solidFill>
            <a:srgbClr val="28376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Rounded Rectangle 22"/>
          <p:cNvSpPr/>
          <p:nvPr>
            <p:custDataLst>
              <p:tags r:id="rId21"/>
            </p:custDataLst>
          </p:nvPr>
        </p:nvSpPr>
        <p:spPr>
          <a:xfrm>
            <a:off x="12323200" y="568325"/>
            <a:ext cx="307975" cy="30607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9" name="Rounded Rectangle 22"/>
          <p:cNvSpPr/>
          <p:nvPr>
            <p:custDataLst>
              <p:tags r:id="rId22"/>
            </p:custDataLst>
          </p:nvPr>
        </p:nvSpPr>
        <p:spPr>
          <a:xfrm>
            <a:off x="12837160" y="568325"/>
            <a:ext cx="307975" cy="306070"/>
          </a:xfrm>
          <a:prstGeom prst="rect">
            <a:avLst/>
          </a:prstGeom>
          <a:solidFill>
            <a:srgbClr val="4150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13161010" y="583565"/>
            <a:ext cx="927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正文文字</a:t>
            </a:r>
          </a:p>
        </p:txBody>
      </p:sp>
      <p:sp>
        <p:nvSpPr>
          <p:cNvPr id="81" name="Rounded Rectangle 22"/>
          <p:cNvSpPr/>
          <p:nvPr>
            <p:custDataLst>
              <p:tags r:id="rId23"/>
            </p:custDataLst>
          </p:nvPr>
        </p:nvSpPr>
        <p:spPr>
          <a:xfrm>
            <a:off x="12323200" y="998220"/>
            <a:ext cx="307975" cy="306070"/>
          </a:xfrm>
          <a:prstGeom prst="rect">
            <a:avLst/>
          </a:prstGeom>
          <a:solidFill>
            <a:srgbClr val="D9D9D9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5" name="Rounded Rectangle 22"/>
          <p:cNvSpPr/>
          <p:nvPr>
            <p:custDataLst>
              <p:tags r:id="rId24"/>
            </p:custDataLst>
          </p:nvPr>
        </p:nvSpPr>
        <p:spPr>
          <a:xfrm>
            <a:off x="12837160" y="998220"/>
            <a:ext cx="307975" cy="306070"/>
          </a:xfrm>
          <a:prstGeom prst="rect">
            <a:avLst/>
          </a:prstGeom>
          <a:solidFill>
            <a:srgbClr val="80808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Rounded Rectangle 22"/>
          <p:cNvSpPr/>
          <p:nvPr>
            <p:custDataLst>
              <p:tags r:id="rId25"/>
            </p:custDataLst>
          </p:nvPr>
        </p:nvSpPr>
        <p:spPr>
          <a:xfrm>
            <a:off x="12323200" y="2434846"/>
            <a:ext cx="307975" cy="306070"/>
          </a:xfrm>
          <a:prstGeom prst="rect">
            <a:avLst/>
          </a:prstGeom>
          <a:solidFill>
            <a:srgbClr val="F54D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0" name="Rounded Rectangle 22"/>
          <p:cNvSpPr/>
          <p:nvPr>
            <p:custDataLst>
              <p:tags r:id="rId26"/>
            </p:custDataLst>
          </p:nvPr>
        </p:nvSpPr>
        <p:spPr>
          <a:xfrm>
            <a:off x="12323200" y="2060566"/>
            <a:ext cx="307975" cy="306070"/>
          </a:xfrm>
          <a:prstGeom prst="rect">
            <a:avLst/>
          </a:prstGeom>
          <a:solidFill>
            <a:srgbClr val="F889A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1" name="Rounded Rectangle 22"/>
          <p:cNvSpPr/>
          <p:nvPr>
            <p:custDataLst>
              <p:tags r:id="rId27"/>
            </p:custDataLst>
          </p:nvPr>
        </p:nvSpPr>
        <p:spPr>
          <a:xfrm>
            <a:off x="12323200" y="3183406"/>
            <a:ext cx="307975" cy="306070"/>
          </a:xfrm>
          <a:prstGeom prst="rect">
            <a:avLst/>
          </a:prstGeom>
          <a:solidFill>
            <a:srgbClr val="F8A21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2" name="Rounded Rectangle 22"/>
          <p:cNvSpPr/>
          <p:nvPr>
            <p:custDataLst>
              <p:tags r:id="rId28"/>
            </p:custDataLst>
          </p:nvPr>
        </p:nvSpPr>
        <p:spPr>
          <a:xfrm>
            <a:off x="12707079" y="3183406"/>
            <a:ext cx="307975" cy="306070"/>
          </a:xfrm>
          <a:prstGeom prst="rect">
            <a:avLst/>
          </a:prstGeom>
          <a:solidFill>
            <a:srgbClr val="E3AB4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3" name="Rounded Rectangle 22"/>
          <p:cNvSpPr/>
          <p:nvPr>
            <p:custDataLst>
              <p:tags r:id="rId29"/>
            </p:custDataLst>
          </p:nvPr>
        </p:nvSpPr>
        <p:spPr>
          <a:xfrm>
            <a:off x="12707079" y="3554233"/>
            <a:ext cx="307975" cy="306070"/>
          </a:xfrm>
          <a:prstGeom prst="rect">
            <a:avLst/>
          </a:prstGeom>
          <a:solidFill>
            <a:srgbClr val="EBD86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4" name="Rounded Rectangle 22"/>
          <p:cNvSpPr/>
          <p:nvPr>
            <p:custDataLst>
              <p:tags r:id="rId30"/>
            </p:custDataLst>
          </p:nvPr>
        </p:nvSpPr>
        <p:spPr>
          <a:xfrm>
            <a:off x="12323200" y="3931966"/>
            <a:ext cx="307975" cy="306070"/>
          </a:xfrm>
          <a:prstGeom prst="rect">
            <a:avLst/>
          </a:prstGeom>
          <a:solidFill>
            <a:srgbClr val="53E0B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5" name="Rounded Rectangle 22"/>
          <p:cNvSpPr/>
          <p:nvPr>
            <p:custDataLst>
              <p:tags r:id="rId31"/>
            </p:custDataLst>
          </p:nvPr>
        </p:nvSpPr>
        <p:spPr>
          <a:xfrm>
            <a:off x="12323200" y="4306246"/>
            <a:ext cx="307975" cy="306070"/>
          </a:xfrm>
          <a:prstGeom prst="rect">
            <a:avLst/>
          </a:prstGeom>
          <a:solidFill>
            <a:srgbClr val="3EC2A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6" name="Rounded Rectangle 22"/>
          <p:cNvSpPr/>
          <p:nvPr>
            <p:custDataLst>
              <p:tags r:id="rId32"/>
            </p:custDataLst>
          </p:nvPr>
        </p:nvSpPr>
        <p:spPr>
          <a:xfrm>
            <a:off x="12710663" y="5047748"/>
            <a:ext cx="307975" cy="306070"/>
          </a:xfrm>
          <a:prstGeom prst="rect">
            <a:avLst/>
          </a:prstGeom>
          <a:solidFill>
            <a:srgbClr val="46D0F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8" name="Rounded Rectangle 22"/>
          <p:cNvSpPr/>
          <p:nvPr>
            <p:custDataLst>
              <p:tags r:id="rId33"/>
            </p:custDataLst>
          </p:nvPr>
        </p:nvSpPr>
        <p:spPr>
          <a:xfrm>
            <a:off x="12323200" y="5429086"/>
            <a:ext cx="307975" cy="306070"/>
          </a:xfrm>
          <a:prstGeom prst="rect">
            <a:avLst/>
          </a:prstGeom>
          <a:solidFill>
            <a:srgbClr val="2B5EC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9" name="Rounded Rectangle 22"/>
          <p:cNvSpPr/>
          <p:nvPr>
            <p:custDataLst>
              <p:tags r:id="rId34"/>
            </p:custDataLst>
          </p:nvPr>
        </p:nvSpPr>
        <p:spPr>
          <a:xfrm>
            <a:off x="12323200" y="5803366"/>
            <a:ext cx="307975" cy="306070"/>
          </a:xfrm>
          <a:prstGeom prst="rect">
            <a:avLst/>
          </a:prstGeom>
          <a:solidFill>
            <a:srgbClr val="225FD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Rounded Rectangle 22"/>
          <p:cNvSpPr/>
          <p:nvPr>
            <p:custDataLst>
              <p:tags r:id="rId35"/>
            </p:custDataLst>
          </p:nvPr>
        </p:nvSpPr>
        <p:spPr>
          <a:xfrm>
            <a:off x="12323200" y="6177646"/>
            <a:ext cx="307975" cy="306070"/>
          </a:xfrm>
          <a:prstGeom prst="rect">
            <a:avLst/>
          </a:prstGeom>
          <a:solidFill>
            <a:srgbClr val="5E7AF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Rounded Rectangle 22"/>
          <p:cNvSpPr/>
          <p:nvPr>
            <p:custDataLst>
              <p:tags r:id="rId36"/>
            </p:custDataLst>
          </p:nvPr>
        </p:nvSpPr>
        <p:spPr>
          <a:xfrm>
            <a:off x="12323200" y="6551930"/>
            <a:ext cx="307975" cy="306070"/>
          </a:xfrm>
          <a:prstGeom prst="rect">
            <a:avLst/>
          </a:prstGeom>
          <a:solidFill>
            <a:srgbClr val="8F7FE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815845" y="9008232"/>
            <a:ext cx="1572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在这占位</a:t>
            </a:r>
            <a:endParaRPr lang="en-US" altLang="zh-CN" sz="120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防止轻易跨页滚动</a:t>
            </a:r>
          </a:p>
        </p:txBody>
      </p:sp>
      <p:sp>
        <p:nvSpPr>
          <p:cNvPr id="7" name="Rounded Rectangle 21"/>
          <p:cNvSpPr/>
          <p:nvPr>
            <p:custDataLst>
              <p:tags r:id="rId37"/>
            </p:custDataLst>
          </p:nvPr>
        </p:nvSpPr>
        <p:spPr>
          <a:xfrm>
            <a:off x="12707083" y="6551930"/>
            <a:ext cx="307974" cy="306070"/>
          </a:xfrm>
          <a:prstGeom prst="rect">
            <a:avLst/>
          </a:prstGeom>
          <a:solidFill>
            <a:srgbClr val="5F4FBD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id-ID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2321703" y="5052467"/>
            <a:ext cx="307975" cy="298735"/>
          </a:xfrm>
          <a:prstGeom prst="rect">
            <a:avLst/>
          </a:prstGeom>
          <a:solidFill>
            <a:srgbClr val="2FE0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2323200" y="2801697"/>
            <a:ext cx="307975" cy="304131"/>
          </a:xfrm>
          <a:prstGeom prst="rect">
            <a:avLst/>
          </a:prstGeom>
          <a:solidFill>
            <a:srgbClr val="FF6E17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2323199" y="3560226"/>
            <a:ext cx="307975" cy="300077"/>
          </a:xfrm>
          <a:prstGeom prst="rect">
            <a:avLst/>
          </a:prstGeom>
          <a:solidFill>
            <a:srgbClr val="E5393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6" name="Rounded Rectangle 22"/>
          <p:cNvSpPr/>
          <p:nvPr>
            <p:custDataLst>
              <p:tags r:id="rId38"/>
            </p:custDataLst>
          </p:nvPr>
        </p:nvSpPr>
        <p:spPr>
          <a:xfrm>
            <a:off x="12707080" y="5803366"/>
            <a:ext cx="307975" cy="306070"/>
          </a:xfrm>
          <a:prstGeom prst="rect">
            <a:avLst/>
          </a:prstGeom>
          <a:solidFill>
            <a:srgbClr val="1B327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Rounded Rectangle 22"/>
          <p:cNvSpPr/>
          <p:nvPr>
            <p:custDataLst>
              <p:tags r:id="rId39"/>
            </p:custDataLst>
          </p:nvPr>
        </p:nvSpPr>
        <p:spPr>
          <a:xfrm>
            <a:off x="12705584" y="4671211"/>
            <a:ext cx="307975" cy="306070"/>
          </a:xfrm>
          <a:prstGeom prst="rect">
            <a:avLst/>
          </a:prstGeom>
          <a:solidFill>
            <a:srgbClr val="2C88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4" name="Rounded Rectangle 22"/>
          <p:cNvSpPr/>
          <p:nvPr>
            <p:custDataLst>
              <p:tags r:id="rId40"/>
            </p:custDataLst>
          </p:nvPr>
        </p:nvSpPr>
        <p:spPr>
          <a:xfrm>
            <a:off x="12321703" y="4671731"/>
            <a:ext cx="307975" cy="306070"/>
          </a:xfrm>
          <a:prstGeom prst="rect">
            <a:avLst/>
          </a:prstGeom>
          <a:solidFill>
            <a:srgbClr val="3B7D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3161010" y="998220"/>
            <a:ext cx="927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辅助文字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2740191" y="-368320"/>
            <a:ext cx="546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白色背景</a:t>
            </a:r>
          </a:p>
        </p:txBody>
      </p:sp>
      <p:sp>
        <p:nvSpPr>
          <p:cNvPr id="22" name="Rounded Rectangle 22"/>
          <p:cNvSpPr/>
          <p:nvPr>
            <p:custDataLst>
              <p:tags r:id="rId41"/>
            </p:custDataLst>
          </p:nvPr>
        </p:nvSpPr>
        <p:spPr>
          <a:xfrm>
            <a:off x="409115" y="6909435"/>
            <a:ext cx="307975" cy="306070"/>
          </a:xfrm>
          <a:prstGeom prst="rect">
            <a:avLst/>
          </a:prstGeom>
          <a:solidFill>
            <a:srgbClr val="F54D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3" name="Rounded Rectangle 22"/>
          <p:cNvSpPr/>
          <p:nvPr>
            <p:custDataLst>
              <p:tags r:id="rId42"/>
            </p:custDataLst>
          </p:nvPr>
        </p:nvSpPr>
        <p:spPr>
          <a:xfrm>
            <a:off x="0" y="6909435"/>
            <a:ext cx="307975" cy="306070"/>
          </a:xfrm>
          <a:prstGeom prst="rect">
            <a:avLst/>
          </a:prstGeom>
          <a:solidFill>
            <a:srgbClr val="F889A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4" name="Rounded Rectangle 22"/>
          <p:cNvSpPr/>
          <p:nvPr>
            <p:custDataLst>
              <p:tags r:id="rId43"/>
            </p:custDataLst>
          </p:nvPr>
        </p:nvSpPr>
        <p:spPr>
          <a:xfrm>
            <a:off x="1227345" y="6909435"/>
            <a:ext cx="307975" cy="306070"/>
          </a:xfrm>
          <a:prstGeom prst="rect">
            <a:avLst/>
          </a:prstGeom>
          <a:solidFill>
            <a:srgbClr val="F8A21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Rounded Rectangle 22"/>
          <p:cNvSpPr/>
          <p:nvPr>
            <p:custDataLst>
              <p:tags r:id="rId44"/>
            </p:custDataLst>
          </p:nvPr>
        </p:nvSpPr>
        <p:spPr>
          <a:xfrm>
            <a:off x="1636460" y="6909435"/>
            <a:ext cx="307975" cy="306070"/>
          </a:xfrm>
          <a:prstGeom prst="rect">
            <a:avLst/>
          </a:prstGeom>
          <a:solidFill>
            <a:srgbClr val="E3AB4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6" name="Rounded Rectangle 22"/>
          <p:cNvSpPr/>
          <p:nvPr>
            <p:custDataLst>
              <p:tags r:id="rId45"/>
            </p:custDataLst>
          </p:nvPr>
        </p:nvSpPr>
        <p:spPr>
          <a:xfrm>
            <a:off x="2454690" y="6909435"/>
            <a:ext cx="307975" cy="306070"/>
          </a:xfrm>
          <a:prstGeom prst="rect">
            <a:avLst/>
          </a:prstGeom>
          <a:solidFill>
            <a:srgbClr val="EBD86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7" name="Rounded Rectangle 22"/>
          <p:cNvSpPr/>
          <p:nvPr>
            <p:custDataLst>
              <p:tags r:id="rId46"/>
            </p:custDataLst>
          </p:nvPr>
        </p:nvSpPr>
        <p:spPr>
          <a:xfrm>
            <a:off x="2863805" y="6909435"/>
            <a:ext cx="307975" cy="306070"/>
          </a:xfrm>
          <a:prstGeom prst="rect">
            <a:avLst/>
          </a:prstGeom>
          <a:solidFill>
            <a:srgbClr val="53E0B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8" name="Rounded Rectangle 22"/>
          <p:cNvSpPr/>
          <p:nvPr>
            <p:custDataLst>
              <p:tags r:id="rId47"/>
            </p:custDataLst>
          </p:nvPr>
        </p:nvSpPr>
        <p:spPr>
          <a:xfrm>
            <a:off x="3272920" y="6909435"/>
            <a:ext cx="307975" cy="306070"/>
          </a:xfrm>
          <a:prstGeom prst="rect">
            <a:avLst/>
          </a:prstGeom>
          <a:solidFill>
            <a:srgbClr val="3EC2A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9" name="Rounded Rectangle 22"/>
          <p:cNvSpPr/>
          <p:nvPr>
            <p:custDataLst>
              <p:tags r:id="rId48"/>
            </p:custDataLst>
          </p:nvPr>
        </p:nvSpPr>
        <p:spPr>
          <a:xfrm>
            <a:off x="4909380" y="6909435"/>
            <a:ext cx="307975" cy="306070"/>
          </a:xfrm>
          <a:prstGeom prst="rect">
            <a:avLst/>
          </a:prstGeom>
          <a:solidFill>
            <a:srgbClr val="46D0F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0" name="Rounded Rectangle 22"/>
          <p:cNvSpPr/>
          <p:nvPr>
            <p:custDataLst>
              <p:tags r:id="rId49"/>
            </p:custDataLst>
          </p:nvPr>
        </p:nvSpPr>
        <p:spPr>
          <a:xfrm>
            <a:off x="5318495" y="6909435"/>
            <a:ext cx="307975" cy="306070"/>
          </a:xfrm>
          <a:prstGeom prst="rect">
            <a:avLst/>
          </a:prstGeom>
          <a:solidFill>
            <a:srgbClr val="2B5EC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1" name="Rounded Rectangle 22"/>
          <p:cNvSpPr/>
          <p:nvPr>
            <p:custDataLst>
              <p:tags r:id="rId50"/>
            </p:custDataLst>
          </p:nvPr>
        </p:nvSpPr>
        <p:spPr>
          <a:xfrm>
            <a:off x="5727610" y="6909435"/>
            <a:ext cx="307975" cy="306070"/>
          </a:xfrm>
          <a:prstGeom prst="rect">
            <a:avLst/>
          </a:prstGeom>
          <a:solidFill>
            <a:srgbClr val="225FD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2" name="Rounded Rectangle 22"/>
          <p:cNvSpPr/>
          <p:nvPr>
            <p:custDataLst>
              <p:tags r:id="rId51"/>
            </p:custDataLst>
          </p:nvPr>
        </p:nvSpPr>
        <p:spPr>
          <a:xfrm>
            <a:off x="6545840" y="6909435"/>
            <a:ext cx="307975" cy="306070"/>
          </a:xfrm>
          <a:prstGeom prst="rect">
            <a:avLst/>
          </a:prstGeom>
          <a:solidFill>
            <a:srgbClr val="5E7AF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3" name="Rounded Rectangle 22"/>
          <p:cNvSpPr/>
          <p:nvPr>
            <p:custDataLst>
              <p:tags r:id="rId52"/>
            </p:custDataLst>
          </p:nvPr>
        </p:nvSpPr>
        <p:spPr>
          <a:xfrm>
            <a:off x="6954955" y="6909435"/>
            <a:ext cx="307975" cy="306070"/>
          </a:xfrm>
          <a:prstGeom prst="rect">
            <a:avLst/>
          </a:prstGeom>
          <a:solidFill>
            <a:srgbClr val="8F7FE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4" name="Rounded Rectangle 21"/>
          <p:cNvSpPr/>
          <p:nvPr>
            <p:custDataLst>
              <p:tags r:id="rId53"/>
            </p:custDataLst>
          </p:nvPr>
        </p:nvSpPr>
        <p:spPr>
          <a:xfrm>
            <a:off x="7364064" y="6909435"/>
            <a:ext cx="307974" cy="306070"/>
          </a:xfrm>
          <a:prstGeom prst="rect">
            <a:avLst/>
          </a:prstGeom>
          <a:solidFill>
            <a:srgbClr val="5F4FBD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id-ID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500265" y="6909435"/>
            <a:ext cx="307975" cy="298735"/>
          </a:xfrm>
          <a:prstGeom prst="rect">
            <a:avLst/>
          </a:prstGeom>
          <a:solidFill>
            <a:srgbClr val="2FE0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818230" y="6909435"/>
            <a:ext cx="307975" cy="304131"/>
          </a:xfrm>
          <a:prstGeom prst="rect">
            <a:avLst/>
          </a:prstGeom>
          <a:solidFill>
            <a:srgbClr val="FF6E17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2045575" y="6909435"/>
            <a:ext cx="307975" cy="300077"/>
          </a:xfrm>
          <a:prstGeom prst="rect">
            <a:avLst/>
          </a:prstGeom>
          <a:solidFill>
            <a:srgbClr val="E5393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48" name="Rounded Rectangle 22"/>
          <p:cNvSpPr/>
          <p:nvPr>
            <p:custDataLst>
              <p:tags r:id="rId54"/>
            </p:custDataLst>
          </p:nvPr>
        </p:nvSpPr>
        <p:spPr>
          <a:xfrm>
            <a:off x="6136725" y="6909435"/>
            <a:ext cx="307975" cy="306070"/>
          </a:xfrm>
          <a:prstGeom prst="rect">
            <a:avLst/>
          </a:prstGeom>
          <a:solidFill>
            <a:srgbClr val="1B327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9" name="Rounded Rectangle 22"/>
          <p:cNvSpPr/>
          <p:nvPr>
            <p:custDataLst>
              <p:tags r:id="rId55"/>
            </p:custDataLst>
          </p:nvPr>
        </p:nvSpPr>
        <p:spPr>
          <a:xfrm>
            <a:off x="4091150" y="6909435"/>
            <a:ext cx="307975" cy="306070"/>
          </a:xfrm>
          <a:prstGeom prst="rect">
            <a:avLst/>
          </a:prstGeom>
          <a:solidFill>
            <a:srgbClr val="2C88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0" name="Rounded Rectangle 22"/>
          <p:cNvSpPr/>
          <p:nvPr>
            <p:custDataLst>
              <p:tags r:id="rId56"/>
            </p:custDataLst>
          </p:nvPr>
        </p:nvSpPr>
        <p:spPr>
          <a:xfrm>
            <a:off x="3682035" y="6909435"/>
            <a:ext cx="307975" cy="306070"/>
          </a:xfrm>
          <a:prstGeom prst="rect">
            <a:avLst/>
          </a:prstGeom>
          <a:solidFill>
            <a:srgbClr val="3B7D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6" name="圆柱形 24"/>
          <p:cNvSpPr/>
          <p:nvPr/>
        </p:nvSpPr>
        <p:spPr bwMode="auto">
          <a:xfrm rot="5400000">
            <a:off x="410845" y="7090410"/>
            <a:ext cx="294640" cy="1136650"/>
          </a:xfrm>
          <a:prstGeom prst="can">
            <a:avLst>
              <a:gd name="adj" fmla="val 45943"/>
            </a:avLst>
          </a:prstGeom>
          <a:solidFill>
            <a:schemeClr val="accent2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vert270" wrap="square" lIns="0" tIns="0" rIns="0" bIns="0" numCol="1" rtlCol="0" anchor="ctr" anchorCtr="0" compatLnSpc="1">
            <a:noAutofit/>
          </a:bodyPr>
          <a:lstStyle>
            <a:defPPr>
              <a:defRPr lang="zh-CN"/>
            </a:defPPr>
            <a:lvl1pPr marL="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AMI</a:t>
            </a:r>
            <a:r>
              <a:rPr lang="zh-CN" altLang="en-US" sz="140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相关</a:t>
            </a:r>
          </a:p>
        </p:txBody>
      </p:sp>
      <p:sp>
        <p:nvSpPr>
          <p:cNvPr id="38" name="矩形: 圆角 71"/>
          <p:cNvSpPr/>
          <p:nvPr/>
        </p:nvSpPr>
        <p:spPr bwMode="auto">
          <a:xfrm>
            <a:off x="7771765" y="7512050"/>
            <a:ext cx="1136650" cy="348615"/>
          </a:xfrm>
          <a:prstGeom prst="roundRect">
            <a:avLst>
              <a:gd name="adj" fmla="val 10269"/>
            </a:avLst>
          </a:prstGeom>
          <a:solidFill>
            <a:srgbClr val="907FE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周边系统</a:t>
            </a:r>
          </a:p>
        </p:txBody>
      </p:sp>
      <p:sp>
        <p:nvSpPr>
          <p:cNvPr id="5" name="矩形: 圆角 71"/>
          <p:cNvSpPr/>
          <p:nvPr/>
        </p:nvSpPr>
        <p:spPr bwMode="auto">
          <a:xfrm>
            <a:off x="9111615" y="7512050"/>
            <a:ext cx="1136650" cy="348615"/>
          </a:xfrm>
          <a:prstGeom prst="roundRect">
            <a:avLst>
              <a:gd name="adj" fmla="val 10270"/>
            </a:avLst>
          </a:prstGeom>
          <a:solidFill>
            <a:srgbClr val="225FD1"/>
          </a:solidFill>
          <a:ln w="63500" cmpd="sng">
            <a:noFill/>
          </a:ln>
        </p:spPr>
        <p:txBody>
          <a:bodyPr vert="horz" wrap="square" lIns="0" tIns="0" rIns="0" bIns="0" numCol="1" rtlCol="0" anchor="ctr" anchorCtr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周边系统</a:t>
            </a:r>
          </a:p>
        </p:txBody>
      </p:sp>
      <p:sp>
        <p:nvSpPr>
          <p:cNvPr id="41" name="矩形: 圆角 71"/>
          <p:cNvSpPr/>
          <p:nvPr/>
        </p:nvSpPr>
        <p:spPr bwMode="auto">
          <a:xfrm>
            <a:off x="1233170" y="7511415"/>
            <a:ext cx="1136650" cy="348615"/>
          </a:xfrm>
          <a:prstGeom prst="roundRect">
            <a:avLst>
              <a:gd name="adj" fmla="val 10269"/>
            </a:avLst>
          </a:prstGeom>
          <a:solidFill>
            <a:srgbClr val="1B3275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系统边界</a:t>
            </a:r>
          </a:p>
        </p:txBody>
      </p:sp>
      <p:sp>
        <p:nvSpPr>
          <p:cNvPr id="42" name="矩形: 圆角 71"/>
          <p:cNvSpPr/>
          <p:nvPr/>
        </p:nvSpPr>
        <p:spPr bwMode="auto">
          <a:xfrm>
            <a:off x="2545080" y="7511415"/>
            <a:ext cx="1136650" cy="348615"/>
          </a:xfrm>
          <a:prstGeom prst="roundRect">
            <a:avLst>
              <a:gd name="adj" fmla="val 10269"/>
            </a:avLst>
          </a:prstGeom>
          <a:solidFill>
            <a:srgbClr val="225FD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内部大类</a:t>
            </a:r>
          </a:p>
        </p:txBody>
      </p:sp>
      <p:sp>
        <p:nvSpPr>
          <p:cNvPr id="8" name="矩形: 圆角 71"/>
          <p:cNvSpPr/>
          <p:nvPr/>
        </p:nvSpPr>
        <p:spPr bwMode="auto">
          <a:xfrm>
            <a:off x="3772535" y="7511415"/>
            <a:ext cx="1136650" cy="348615"/>
          </a:xfrm>
          <a:prstGeom prst="roundRect">
            <a:avLst>
              <a:gd name="adj" fmla="val 10269"/>
            </a:avLst>
          </a:prstGeom>
          <a:solidFill>
            <a:srgbClr val="2B5EC7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模块</a:t>
            </a:r>
            <a:r>
              <a:rPr kumimoji="0" lang="en-US" altLang="zh-CN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/</a:t>
            </a: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组件</a:t>
            </a:r>
          </a:p>
        </p:txBody>
      </p:sp>
      <p:sp>
        <p:nvSpPr>
          <p:cNvPr id="9" name="矩形: 圆角 71"/>
          <p:cNvSpPr/>
          <p:nvPr/>
        </p:nvSpPr>
        <p:spPr bwMode="auto">
          <a:xfrm>
            <a:off x="10381615" y="7510780"/>
            <a:ext cx="1136650" cy="348615"/>
          </a:xfrm>
          <a:prstGeom prst="roundRect">
            <a:avLst>
              <a:gd name="adj" fmla="val 10270"/>
            </a:avLst>
          </a:prstGeom>
          <a:solidFill>
            <a:srgbClr val="73839D"/>
          </a:solidFill>
          <a:ln w="63500" cmpd="sng">
            <a:noFill/>
          </a:ln>
        </p:spPr>
        <p:txBody>
          <a:bodyPr vert="horz" wrap="square" lIns="0" tIns="0" rIns="0" bIns="0" numCol="1" rtlCol="0" anchor="ctr" anchorCtr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外部系统</a:t>
            </a:r>
          </a:p>
        </p:txBody>
      </p:sp>
      <p:sp>
        <p:nvSpPr>
          <p:cNvPr id="53" name="上箭头 52"/>
          <p:cNvSpPr/>
          <p:nvPr/>
        </p:nvSpPr>
        <p:spPr>
          <a:xfrm rot="5400000">
            <a:off x="5931535" y="7519035"/>
            <a:ext cx="248920" cy="364490"/>
          </a:xfrm>
          <a:prstGeom prst="upArrow">
            <a:avLst>
              <a:gd name="adj1" fmla="val 41140"/>
              <a:gd name="adj2" fmla="val 76582"/>
            </a:avLst>
          </a:prstGeom>
          <a:solidFill>
            <a:srgbClr val="2FE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6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4982845" y="7547610"/>
            <a:ext cx="915670" cy="276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spc="1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MiSans Medium" panose="00000600000000000000" charset="-122"/>
                <a:sym typeface="+mn-ea"/>
              </a:rPr>
              <a:t>内部连接</a:t>
            </a:r>
            <a:endParaRPr lang="zh-CN" altLang="en-US" sz="1200" spc="1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Inter UI" panose="020B0502030000000004" pitchFamily="34" charset="0"/>
              <a:ea typeface="黑体" panose="02010609060101010101" pitchFamily="49" charset="-122"/>
              <a:cs typeface="MiSans Medium" panose="00000600000000000000" charset="-122"/>
              <a:sym typeface="+mn-ea"/>
            </a:endParaRPr>
          </a:p>
        </p:txBody>
      </p:sp>
      <p:sp>
        <p:nvSpPr>
          <p:cNvPr id="55" name="上箭头 128"/>
          <p:cNvSpPr/>
          <p:nvPr/>
        </p:nvSpPr>
        <p:spPr>
          <a:xfrm rot="5400000">
            <a:off x="7377430" y="7503795"/>
            <a:ext cx="276860" cy="364490"/>
          </a:xfrm>
          <a:prstGeom prst="upArrow">
            <a:avLst>
              <a:gd name="adj1" fmla="val 41140"/>
              <a:gd name="adj2" fmla="val 76582"/>
            </a:avLst>
          </a:prstGeom>
          <a:solidFill>
            <a:srgbClr val="3D5A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>
                  <a:alpha val="5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6442710" y="7546975"/>
            <a:ext cx="915670" cy="276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spc="1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MiSans Medium" panose="00000600000000000000" charset="-122"/>
                <a:sym typeface="+mn-ea"/>
              </a:rPr>
              <a:t>外部连接</a:t>
            </a:r>
            <a:endParaRPr lang="zh-CN" altLang="en-US" sz="1200" spc="1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Inter UI" panose="020B0502030000000004" pitchFamily="34" charset="0"/>
              <a:ea typeface="黑体" panose="02010609060101010101" pitchFamily="49" charset="-122"/>
              <a:cs typeface="MiSans Medium" panose="00000600000000000000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20648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6" r:id="rId16"/>
    <p:sldLayoutId id="214748373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ounded Rectangle 22"/>
          <p:cNvSpPr/>
          <p:nvPr>
            <p:custDataLst>
              <p:tags r:id="rId23"/>
            </p:custDataLst>
          </p:nvPr>
        </p:nvSpPr>
        <p:spPr>
          <a:xfrm>
            <a:off x="12323200" y="138430"/>
            <a:ext cx="307975" cy="30607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3218160" y="138430"/>
            <a:ext cx="10494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标题文字色</a:t>
            </a:r>
          </a:p>
        </p:txBody>
      </p:sp>
      <p:sp>
        <p:nvSpPr>
          <p:cNvPr id="76" name="文本框 75"/>
          <p:cNvSpPr txBox="1"/>
          <p:nvPr/>
        </p:nvSpPr>
        <p:spPr>
          <a:xfrm>
            <a:off x="12224385" y="-368320"/>
            <a:ext cx="546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深色背景</a:t>
            </a:r>
          </a:p>
        </p:txBody>
      </p:sp>
      <p:sp>
        <p:nvSpPr>
          <p:cNvPr id="77" name="Rounded Rectangle 22"/>
          <p:cNvSpPr/>
          <p:nvPr>
            <p:custDataLst>
              <p:tags r:id="rId24"/>
            </p:custDataLst>
          </p:nvPr>
        </p:nvSpPr>
        <p:spPr>
          <a:xfrm>
            <a:off x="12837160" y="138430"/>
            <a:ext cx="307975" cy="306070"/>
          </a:xfrm>
          <a:prstGeom prst="rect">
            <a:avLst/>
          </a:prstGeom>
          <a:solidFill>
            <a:srgbClr val="28366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8" name="Rounded Rectangle 22"/>
          <p:cNvSpPr/>
          <p:nvPr>
            <p:custDataLst>
              <p:tags r:id="rId25"/>
            </p:custDataLst>
          </p:nvPr>
        </p:nvSpPr>
        <p:spPr>
          <a:xfrm>
            <a:off x="12323200" y="568325"/>
            <a:ext cx="307975" cy="30607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79" name="Rounded Rectangle 22"/>
          <p:cNvSpPr/>
          <p:nvPr>
            <p:custDataLst>
              <p:tags r:id="rId26"/>
            </p:custDataLst>
          </p:nvPr>
        </p:nvSpPr>
        <p:spPr>
          <a:xfrm>
            <a:off x="12837160" y="568325"/>
            <a:ext cx="307975" cy="306070"/>
          </a:xfrm>
          <a:prstGeom prst="rect">
            <a:avLst/>
          </a:prstGeom>
          <a:solidFill>
            <a:srgbClr val="28366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 algn="ctr"/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13218160" y="583565"/>
            <a:ext cx="11176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正文文字色</a:t>
            </a:r>
          </a:p>
        </p:txBody>
      </p:sp>
      <p:sp>
        <p:nvSpPr>
          <p:cNvPr id="81" name="Rounded Rectangle 22"/>
          <p:cNvSpPr/>
          <p:nvPr>
            <p:custDataLst>
              <p:tags r:id="rId27"/>
            </p:custDataLst>
          </p:nvPr>
        </p:nvSpPr>
        <p:spPr>
          <a:xfrm>
            <a:off x="12323200" y="998220"/>
            <a:ext cx="307975" cy="306070"/>
          </a:xfrm>
          <a:prstGeom prst="rect">
            <a:avLst/>
          </a:prstGeom>
          <a:solidFill>
            <a:srgbClr val="D9D9D9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85" name="Rounded Rectangle 22"/>
          <p:cNvSpPr/>
          <p:nvPr>
            <p:custDataLst>
              <p:tags r:id="rId28"/>
            </p:custDataLst>
          </p:nvPr>
        </p:nvSpPr>
        <p:spPr>
          <a:xfrm>
            <a:off x="12837160" y="998220"/>
            <a:ext cx="307975" cy="306070"/>
          </a:xfrm>
          <a:prstGeom prst="rect">
            <a:avLst/>
          </a:prstGeom>
          <a:solidFill>
            <a:srgbClr val="4150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 algn="ctr"/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321332" y="9008232"/>
            <a:ext cx="1572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在这占位</a:t>
            </a:r>
            <a:endParaRPr lang="en-US" altLang="zh-CN" sz="120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/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防止轻易跨页滚动</a:t>
            </a:r>
          </a:p>
        </p:txBody>
      </p:sp>
      <p:sp>
        <p:nvSpPr>
          <p:cNvPr id="88" name="Rounded Rectangle 22"/>
          <p:cNvSpPr/>
          <p:nvPr>
            <p:custDataLst>
              <p:tags r:id="rId29"/>
            </p:custDataLst>
          </p:nvPr>
        </p:nvSpPr>
        <p:spPr>
          <a:xfrm>
            <a:off x="12321332" y="2274094"/>
            <a:ext cx="307975" cy="306070"/>
          </a:xfrm>
          <a:prstGeom prst="rect">
            <a:avLst/>
          </a:prstGeom>
          <a:solidFill>
            <a:srgbClr val="F54D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90" name="Rounded Rectangle 22"/>
          <p:cNvSpPr/>
          <p:nvPr>
            <p:custDataLst>
              <p:tags r:id="rId30"/>
            </p:custDataLst>
          </p:nvPr>
        </p:nvSpPr>
        <p:spPr>
          <a:xfrm>
            <a:off x="12321332" y="1864525"/>
            <a:ext cx="307975" cy="306070"/>
          </a:xfrm>
          <a:prstGeom prst="rect">
            <a:avLst/>
          </a:prstGeom>
          <a:solidFill>
            <a:srgbClr val="F889A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91" name="Rounded Rectangle 22"/>
          <p:cNvSpPr/>
          <p:nvPr>
            <p:custDataLst>
              <p:tags r:id="rId31"/>
            </p:custDataLst>
          </p:nvPr>
        </p:nvSpPr>
        <p:spPr>
          <a:xfrm>
            <a:off x="12321332" y="3091293"/>
            <a:ext cx="307975" cy="306070"/>
          </a:xfrm>
          <a:prstGeom prst="rect">
            <a:avLst/>
          </a:prstGeom>
          <a:solidFill>
            <a:srgbClr val="F8A21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94" name="Rounded Rectangle 22"/>
          <p:cNvSpPr/>
          <p:nvPr>
            <p:custDataLst>
              <p:tags r:id="rId32"/>
            </p:custDataLst>
          </p:nvPr>
        </p:nvSpPr>
        <p:spPr>
          <a:xfrm>
            <a:off x="12321332" y="3904438"/>
            <a:ext cx="307975" cy="306070"/>
          </a:xfrm>
          <a:prstGeom prst="rect">
            <a:avLst/>
          </a:prstGeom>
          <a:solidFill>
            <a:srgbClr val="53E0B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95" name="Rounded Rectangle 22"/>
          <p:cNvSpPr/>
          <p:nvPr>
            <p:custDataLst>
              <p:tags r:id="rId33"/>
            </p:custDataLst>
          </p:nvPr>
        </p:nvSpPr>
        <p:spPr>
          <a:xfrm>
            <a:off x="12321332" y="4314007"/>
            <a:ext cx="307975" cy="306070"/>
          </a:xfrm>
          <a:prstGeom prst="rect">
            <a:avLst/>
          </a:prstGeom>
          <a:solidFill>
            <a:srgbClr val="3EC2A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96" name="Rounded Rectangle 22"/>
          <p:cNvSpPr/>
          <p:nvPr>
            <p:custDataLst>
              <p:tags r:id="rId34"/>
            </p:custDataLst>
          </p:nvPr>
        </p:nvSpPr>
        <p:spPr>
          <a:xfrm>
            <a:off x="12705582" y="4721349"/>
            <a:ext cx="307975" cy="306070"/>
          </a:xfrm>
          <a:prstGeom prst="rect">
            <a:avLst/>
          </a:prstGeom>
          <a:solidFill>
            <a:srgbClr val="46D0F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36000" bIns="0" rtlCol="0" anchor="ctr">
            <a:noAutofit/>
          </a:bodyPr>
          <a:lstStyle/>
          <a:p>
            <a:pPr lvl="0" algn="r">
              <a:buClrTx/>
              <a:buSzTx/>
              <a:buFontTx/>
            </a:pPr>
            <a:r>
              <a:rPr lang="en-US" altLang="zh-CN" sz="10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N</a:t>
            </a:r>
            <a:endParaRPr lang="zh-CN" altLang="id-ID" sz="10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98" name="Rounded Rectangle 22"/>
          <p:cNvSpPr/>
          <p:nvPr>
            <p:custDataLst>
              <p:tags r:id="rId35"/>
            </p:custDataLst>
          </p:nvPr>
        </p:nvSpPr>
        <p:spPr>
          <a:xfrm>
            <a:off x="12321332" y="5125810"/>
            <a:ext cx="307975" cy="306070"/>
          </a:xfrm>
          <a:prstGeom prst="rect">
            <a:avLst/>
          </a:prstGeom>
          <a:solidFill>
            <a:srgbClr val="2B5EC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99" name="Rounded Rectangle 22"/>
          <p:cNvSpPr/>
          <p:nvPr>
            <p:custDataLst>
              <p:tags r:id="rId36"/>
            </p:custDataLst>
          </p:nvPr>
        </p:nvSpPr>
        <p:spPr>
          <a:xfrm>
            <a:off x="12321332" y="5535379"/>
            <a:ext cx="307975" cy="306070"/>
          </a:xfrm>
          <a:prstGeom prst="rect">
            <a:avLst/>
          </a:prstGeom>
          <a:solidFill>
            <a:srgbClr val="225FD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2" name="Rounded Rectangle 22"/>
          <p:cNvSpPr/>
          <p:nvPr>
            <p:custDataLst>
              <p:tags r:id="rId37"/>
            </p:custDataLst>
          </p:nvPr>
        </p:nvSpPr>
        <p:spPr>
          <a:xfrm>
            <a:off x="12705582" y="5944948"/>
            <a:ext cx="307975" cy="306070"/>
          </a:xfrm>
          <a:prstGeom prst="rect">
            <a:avLst/>
          </a:prstGeom>
          <a:solidFill>
            <a:srgbClr val="5E7AF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36000" bIns="0" rtlCol="0" anchor="ctr">
            <a:noAutofit/>
          </a:bodyPr>
          <a:lstStyle/>
          <a:p>
            <a:pPr lvl="0" algn="r">
              <a:buClrTx/>
              <a:buSzTx/>
              <a:buFontTx/>
            </a:pPr>
            <a:r>
              <a:rPr lang="en-US" altLang="zh-CN" sz="10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N</a:t>
            </a:r>
            <a:endParaRPr lang="zh-CN" altLang="id-ID" sz="10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" name="Rounded Rectangle 22"/>
          <p:cNvSpPr/>
          <p:nvPr>
            <p:custDataLst>
              <p:tags r:id="rId38"/>
            </p:custDataLst>
          </p:nvPr>
        </p:nvSpPr>
        <p:spPr>
          <a:xfrm>
            <a:off x="12321332" y="5944948"/>
            <a:ext cx="307975" cy="306070"/>
          </a:xfrm>
          <a:prstGeom prst="rect">
            <a:avLst/>
          </a:prstGeom>
          <a:solidFill>
            <a:srgbClr val="8F7FE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7" name="Rounded Rectangle 21"/>
          <p:cNvSpPr/>
          <p:nvPr>
            <p:custDataLst>
              <p:tags r:id="rId39"/>
            </p:custDataLst>
          </p:nvPr>
        </p:nvSpPr>
        <p:spPr>
          <a:xfrm>
            <a:off x="12321332" y="6354519"/>
            <a:ext cx="307974" cy="306070"/>
          </a:xfrm>
          <a:prstGeom prst="rect">
            <a:avLst/>
          </a:prstGeom>
          <a:solidFill>
            <a:srgbClr val="5F4FBD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id-ID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2321332" y="4723576"/>
            <a:ext cx="307975" cy="298735"/>
          </a:xfrm>
          <a:prstGeom prst="rect">
            <a:avLst/>
          </a:prstGeom>
          <a:solidFill>
            <a:srgbClr val="2FE0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2321332" y="2683663"/>
            <a:ext cx="307975" cy="304131"/>
          </a:xfrm>
          <a:prstGeom prst="rect">
            <a:avLst/>
          </a:prstGeom>
          <a:solidFill>
            <a:srgbClr val="FF6E17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2321332" y="3500862"/>
            <a:ext cx="307975" cy="300077"/>
          </a:xfrm>
          <a:prstGeom prst="rect">
            <a:avLst/>
          </a:prstGeom>
          <a:solidFill>
            <a:srgbClr val="E5393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Rounded Rectangle 22"/>
          <p:cNvSpPr/>
          <p:nvPr>
            <p:custDataLst>
              <p:tags r:id="rId40"/>
            </p:custDataLst>
          </p:nvPr>
        </p:nvSpPr>
        <p:spPr>
          <a:xfrm>
            <a:off x="12705582" y="5537083"/>
            <a:ext cx="307975" cy="306070"/>
          </a:xfrm>
          <a:prstGeom prst="rect">
            <a:avLst/>
          </a:prstGeom>
          <a:solidFill>
            <a:srgbClr val="1B327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36000" bIns="0" rtlCol="0" anchor="ctr">
            <a:noAutofit/>
          </a:bodyPr>
          <a:lstStyle/>
          <a:p>
            <a:pPr lvl="0" algn="r">
              <a:buClrTx/>
              <a:buSzTx/>
              <a:buFontTx/>
            </a:pPr>
            <a:r>
              <a:rPr lang="en-US" altLang="zh-CN" sz="10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N</a:t>
            </a:r>
            <a:endParaRPr lang="zh-CN" altLang="id-ID" sz="10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11" name="Rounded Rectangle 22"/>
          <p:cNvSpPr/>
          <p:nvPr>
            <p:custDataLst>
              <p:tags r:id="rId41"/>
            </p:custDataLst>
          </p:nvPr>
        </p:nvSpPr>
        <p:spPr>
          <a:xfrm>
            <a:off x="12705582" y="5129216"/>
            <a:ext cx="307975" cy="306070"/>
          </a:xfrm>
          <a:prstGeom prst="rect">
            <a:avLst/>
          </a:prstGeom>
          <a:solidFill>
            <a:srgbClr val="2C88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36000" bIns="0" rtlCol="0" anchor="ctr">
            <a:noAutofit/>
          </a:bodyPr>
          <a:lstStyle/>
          <a:p>
            <a:pPr lvl="0" algn="r">
              <a:buClrTx/>
              <a:buSzTx/>
              <a:buFontTx/>
            </a:pPr>
            <a:r>
              <a:rPr lang="en-US" altLang="zh-CN" sz="10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N</a:t>
            </a:r>
            <a:endParaRPr lang="zh-CN" altLang="id-ID" sz="10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14" name="Rounded Rectangle 22"/>
          <p:cNvSpPr/>
          <p:nvPr>
            <p:custDataLst>
              <p:tags r:id="rId42"/>
            </p:custDataLst>
          </p:nvPr>
        </p:nvSpPr>
        <p:spPr>
          <a:xfrm>
            <a:off x="12705582" y="4313482"/>
            <a:ext cx="307975" cy="306070"/>
          </a:xfrm>
          <a:prstGeom prst="rect">
            <a:avLst/>
          </a:prstGeom>
          <a:solidFill>
            <a:srgbClr val="3B7D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36000" bIns="0" rtlCol="0" anchor="ctr">
            <a:noAutofit/>
          </a:bodyPr>
          <a:lstStyle/>
          <a:p>
            <a:pPr lvl="0" algn="r">
              <a:buClrTx/>
              <a:buSzTx/>
              <a:buFontTx/>
            </a:pPr>
            <a:r>
              <a:rPr lang="en-US" altLang="zh-CN" sz="10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N</a:t>
            </a:r>
            <a:endParaRPr lang="zh-CN" altLang="id-ID" sz="10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3218160" y="998220"/>
            <a:ext cx="11176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辅助文字色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2740191" y="-368320"/>
            <a:ext cx="546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白色背景</a:t>
            </a:r>
          </a:p>
        </p:txBody>
      </p:sp>
      <p:sp>
        <p:nvSpPr>
          <p:cNvPr id="61" name="文本框 60"/>
          <p:cNvSpPr txBox="1"/>
          <p:nvPr/>
        </p:nvSpPr>
        <p:spPr>
          <a:xfrm>
            <a:off x="12235863" y="6740476"/>
            <a:ext cx="1974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”为新增色值，</a:t>
            </a:r>
            <a:endParaRPr lang="en-US" altLang="zh-CN" sz="120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/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用于相近色的搭配选择</a:t>
            </a:r>
          </a:p>
        </p:txBody>
      </p:sp>
      <p:sp>
        <p:nvSpPr>
          <p:cNvPr id="64" name="Rounded Rectangle 22"/>
          <p:cNvSpPr/>
          <p:nvPr>
            <p:custDataLst>
              <p:tags r:id="rId43"/>
            </p:custDataLst>
          </p:nvPr>
        </p:nvSpPr>
        <p:spPr>
          <a:xfrm rot="16200000">
            <a:off x="408617" y="7010398"/>
            <a:ext cx="307975" cy="306070"/>
          </a:xfrm>
          <a:prstGeom prst="rect">
            <a:avLst/>
          </a:prstGeom>
          <a:solidFill>
            <a:srgbClr val="F54D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65" name="Rounded Rectangle 22"/>
          <p:cNvSpPr/>
          <p:nvPr>
            <p:custDataLst>
              <p:tags r:id="rId44"/>
            </p:custDataLst>
          </p:nvPr>
        </p:nvSpPr>
        <p:spPr>
          <a:xfrm rot="16200000">
            <a:off x="-952" y="7010398"/>
            <a:ext cx="307975" cy="306070"/>
          </a:xfrm>
          <a:prstGeom prst="rect">
            <a:avLst/>
          </a:prstGeom>
          <a:solidFill>
            <a:srgbClr val="F889A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66" name="Rounded Rectangle 22"/>
          <p:cNvSpPr/>
          <p:nvPr>
            <p:custDataLst>
              <p:tags r:id="rId45"/>
            </p:custDataLst>
          </p:nvPr>
        </p:nvSpPr>
        <p:spPr>
          <a:xfrm rot="16200000">
            <a:off x="1225816" y="7010398"/>
            <a:ext cx="307975" cy="306070"/>
          </a:xfrm>
          <a:prstGeom prst="rect">
            <a:avLst/>
          </a:prstGeom>
          <a:solidFill>
            <a:srgbClr val="F8A21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67" name="Rounded Rectangle 22"/>
          <p:cNvSpPr/>
          <p:nvPr>
            <p:custDataLst>
              <p:tags r:id="rId46"/>
            </p:custDataLst>
          </p:nvPr>
        </p:nvSpPr>
        <p:spPr>
          <a:xfrm rot="16200000">
            <a:off x="2038961" y="7010398"/>
            <a:ext cx="307975" cy="306070"/>
          </a:xfrm>
          <a:prstGeom prst="rect">
            <a:avLst/>
          </a:prstGeom>
          <a:solidFill>
            <a:srgbClr val="53E0B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68" name="Rounded Rectangle 22"/>
          <p:cNvSpPr/>
          <p:nvPr>
            <p:custDataLst>
              <p:tags r:id="rId47"/>
            </p:custDataLst>
          </p:nvPr>
        </p:nvSpPr>
        <p:spPr>
          <a:xfrm rot="16200000">
            <a:off x="2448530" y="7010398"/>
            <a:ext cx="307975" cy="306070"/>
          </a:xfrm>
          <a:prstGeom prst="rect">
            <a:avLst/>
          </a:prstGeom>
          <a:solidFill>
            <a:srgbClr val="3EC2A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69" name="Rounded Rectangle 22"/>
          <p:cNvSpPr/>
          <p:nvPr>
            <p:custDataLst>
              <p:tags r:id="rId48"/>
            </p:custDataLst>
          </p:nvPr>
        </p:nvSpPr>
        <p:spPr>
          <a:xfrm>
            <a:off x="2855873" y="7408573"/>
            <a:ext cx="307975" cy="306070"/>
          </a:xfrm>
          <a:prstGeom prst="rect">
            <a:avLst/>
          </a:prstGeom>
          <a:solidFill>
            <a:srgbClr val="46D0F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36000" rtlCol="0" anchor="b" anchorCtr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0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N</a:t>
            </a:r>
            <a:endParaRPr lang="zh-CN" altLang="id-ID" sz="10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70" name="Rounded Rectangle 22"/>
          <p:cNvSpPr/>
          <p:nvPr>
            <p:custDataLst>
              <p:tags r:id="rId49"/>
            </p:custDataLst>
          </p:nvPr>
        </p:nvSpPr>
        <p:spPr>
          <a:xfrm rot="16200000">
            <a:off x="3260333" y="7010398"/>
            <a:ext cx="307975" cy="306070"/>
          </a:xfrm>
          <a:prstGeom prst="rect">
            <a:avLst/>
          </a:prstGeom>
          <a:solidFill>
            <a:srgbClr val="2B5EC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71" name="Rounded Rectangle 22"/>
          <p:cNvSpPr/>
          <p:nvPr>
            <p:custDataLst>
              <p:tags r:id="rId50"/>
            </p:custDataLst>
          </p:nvPr>
        </p:nvSpPr>
        <p:spPr>
          <a:xfrm rot="16200000">
            <a:off x="3669902" y="7010398"/>
            <a:ext cx="307975" cy="306070"/>
          </a:xfrm>
          <a:prstGeom prst="rect">
            <a:avLst/>
          </a:prstGeom>
          <a:solidFill>
            <a:srgbClr val="225FD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72" name="Rounded Rectangle 22"/>
          <p:cNvSpPr/>
          <p:nvPr>
            <p:custDataLst>
              <p:tags r:id="rId51"/>
            </p:custDataLst>
          </p:nvPr>
        </p:nvSpPr>
        <p:spPr>
          <a:xfrm>
            <a:off x="4079472" y="7408573"/>
            <a:ext cx="307975" cy="306070"/>
          </a:xfrm>
          <a:prstGeom prst="rect">
            <a:avLst/>
          </a:prstGeom>
          <a:solidFill>
            <a:srgbClr val="5E7AF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36000" rtlCol="0" anchor="b" anchorCtr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0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N</a:t>
            </a:r>
            <a:endParaRPr lang="zh-CN" altLang="id-ID" sz="10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73" name="Rounded Rectangle 22"/>
          <p:cNvSpPr/>
          <p:nvPr>
            <p:custDataLst>
              <p:tags r:id="rId52"/>
            </p:custDataLst>
          </p:nvPr>
        </p:nvSpPr>
        <p:spPr>
          <a:xfrm rot="16200000">
            <a:off x="4079471" y="7010398"/>
            <a:ext cx="307975" cy="306070"/>
          </a:xfrm>
          <a:prstGeom prst="rect">
            <a:avLst/>
          </a:prstGeom>
          <a:solidFill>
            <a:srgbClr val="8F7FE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74" name="Rounded Rectangle 21"/>
          <p:cNvSpPr/>
          <p:nvPr>
            <p:custDataLst>
              <p:tags r:id="rId53"/>
            </p:custDataLst>
          </p:nvPr>
        </p:nvSpPr>
        <p:spPr>
          <a:xfrm rot="16200000">
            <a:off x="4489043" y="7010398"/>
            <a:ext cx="307974" cy="306070"/>
          </a:xfrm>
          <a:prstGeom prst="rect">
            <a:avLst/>
          </a:prstGeom>
          <a:solidFill>
            <a:srgbClr val="5F4FBD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id-ID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5" name="矩形 74"/>
          <p:cNvSpPr/>
          <p:nvPr/>
        </p:nvSpPr>
        <p:spPr>
          <a:xfrm rot="16200000">
            <a:off x="2854432" y="7014066"/>
            <a:ext cx="307975" cy="298735"/>
          </a:xfrm>
          <a:prstGeom prst="rect">
            <a:avLst/>
          </a:prstGeom>
          <a:solidFill>
            <a:srgbClr val="2FE0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2" name="矩形 81"/>
          <p:cNvSpPr/>
          <p:nvPr/>
        </p:nvSpPr>
        <p:spPr>
          <a:xfrm rot="16200000">
            <a:off x="817216" y="7011368"/>
            <a:ext cx="307975" cy="304131"/>
          </a:xfrm>
          <a:prstGeom prst="rect">
            <a:avLst/>
          </a:prstGeom>
          <a:solidFill>
            <a:srgbClr val="FF6E17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3" name="矩形 82"/>
          <p:cNvSpPr/>
          <p:nvPr/>
        </p:nvSpPr>
        <p:spPr>
          <a:xfrm rot="16200000">
            <a:off x="1632388" y="7013395"/>
            <a:ext cx="307975" cy="300077"/>
          </a:xfrm>
          <a:prstGeom prst="rect">
            <a:avLst/>
          </a:prstGeom>
          <a:solidFill>
            <a:srgbClr val="E5393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4" name="Rounded Rectangle 22"/>
          <p:cNvSpPr/>
          <p:nvPr>
            <p:custDataLst>
              <p:tags r:id="rId54"/>
            </p:custDataLst>
          </p:nvPr>
        </p:nvSpPr>
        <p:spPr>
          <a:xfrm>
            <a:off x="3671607" y="7408573"/>
            <a:ext cx="307975" cy="306070"/>
          </a:xfrm>
          <a:prstGeom prst="rect">
            <a:avLst/>
          </a:prstGeom>
          <a:solidFill>
            <a:srgbClr val="1B327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36000" rtlCol="0" anchor="b" anchorCtr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0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N</a:t>
            </a:r>
            <a:endParaRPr lang="zh-CN" altLang="id-ID" sz="10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86" name="Rounded Rectangle 22"/>
          <p:cNvSpPr/>
          <p:nvPr>
            <p:custDataLst>
              <p:tags r:id="rId55"/>
            </p:custDataLst>
          </p:nvPr>
        </p:nvSpPr>
        <p:spPr>
          <a:xfrm>
            <a:off x="3263740" y="7408573"/>
            <a:ext cx="307975" cy="306070"/>
          </a:xfrm>
          <a:prstGeom prst="rect">
            <a:avLst/>
          </a:prstGeom>
          <a:solidFill>
            <a:srgbClr val="2C88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36000" rtlCol="0" anchor="b" anchorCtr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0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N</a:t>
            </a:r>
            <a:endParaRPr lang="zh-CN" altLang="id-ID" sz="10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87" name="Rounded Rectangle 22"/>
          <p:cNvSpPr/>
          <p:nvPr>
            <p:custDataLst>
              <p:tags r:id="rId56"/>
            </p:custDataLst>
          </p:nvPr>
        </p:nvSpPr>
        <p:spPr>
          <a:xfrm>
            <a:off x="2448006" y="7408573"/>
            <a:ext cx="307975" cy="306070"/>
          </a:xfrm>
          <a:prstGeom prst="rect">
            <a:avLst/>
          </a:prstGeom>
          <a:solidFill>
            <a:srgbClr val="3B7D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36000" rtlCol="0" anchor="b" anchorCtr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0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N</a:t>
            </a:r>
            <a:endParaRPr lang="zh-CN" altLang="id-ID" sz="10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218160" y="338528"/>
            <a:ext cx="11968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>
                <a:solidFill>
                  <a:srgbClr val="283563">
                    <a:alpha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英文透明度</a:t>
            </a:r>
            <a:r>
              <a:rPr lang="en-US" altLang="zh-CN" sz="900">
                <a:solidFill>
                  <a:srgbClr val="283563">
                    <a:alpha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50%</a:t>
            </a:r>
            <a:endParaRPr lang="zh-CN" altLang="en-US" sz="900">
              <a:solidFill>
                <a:srgbClr val="283563">
                  <a:alpha val="50000"/>
                </a:srgb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57"/>
            </p:custDataLst>
          </p:nvPr>
        </p:nvSpPr>
        <p:spPr>
          <a:xfrm>
            <a:off x="9846945" y="6528435"/>
            <a:ext cx="753110" cy="121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">
                <a:solidFill>
                  <a:srgbClr val="FF0000">
                    <a:alpha val="0"/>
                  </a:srgbClr>
                </a:solidFill>
              </a:rPr>
              <a:t>仅供君联资本内部使用</a:t>
            </a:r>
            <a:r>
              <a:rPr lang="en-US" altLang="zh-CN" sz="200">
                <a:solidFill>
                  <a:srgbClr val="FF0000">
                    <a:alpha val="0"/>
                  </a:srgbClr>
                </a:solidFill>
              </a:rPr>
              <a:t>20221217</a:t>
            </a:r>
          </a:p>
        </p:txBody>
      </p:sp>
    </p:spTree>
    <p:extLst>
      <p:ext uri="{BB962C8B-B14F-4D97-AF65-F5344CB8AC3E}">
        <p14:creationId xmlns:p14="http://schemas.microsoft.com/office/powerpoint/2010/main" val="2502068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  <p:sldLayoutId id="2147483754" r:id="rId17"/>
    <p:sldLayoutId id="2147483755" r:id="rId18"/>
    <p:sldLayoutId id="2147483756" r:id="rId19"/>
    <p:sldLayoutId id="2147483757" r:id="rId20"/>
    <p:sldLayoutId id="2147483758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ounded Rectangle 22"/>
          <p:cNvSpPr/>
          <p:nvPr>
            <p:custDataLst>
              <p:tags r:id="rId18"/>
            </p:custDataLst>
          </p:nvPr>
        </p:nvSpPr>
        <p:spPr>
          <a:xfrm>
            <a:off x="12323200" y="138430"/>
            <a:ext cx="307975" cy="30607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3161010" y="138430"/>
            <a:ext cx="9277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标题文字</a:t>
            </a:r>
          </a:p>
        </p:txBody>
      </p:sp>
      <p:sp>
        <p:nvSpPr>
          <p:cNvPr id="76" name="文本框 75"/>
          <p:cNvSpPr txBox="1"/>
          <p:nvPr/>
        </p:nvSpPr>
        <p:spPr>
          <a:xfrm>
            <a:off x="12224385" y="-368320"/>
            <a:ext cx="546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深色背景</a:t>
            </a:r>
          </a:p>
        </p:txBody>
      </p:sp>
      <p:sp>
        <p:nvSpPr>
          <p:cNvPr id="77" name="Rounded Rectangle 22"/>
          <p:cNvSpPr/>
          <p:nvPr>
            <p:custDataLst>
              <p:tags r:id="rId19"/>
            </p:custDataLst>
          </p:nvPr>
        </p:nvSpPr>
        <p:spPr>
          <a:xfrm>
            <a:off x="12837160" y="138430"/>
            <a:ext cx="307975" cy="306070"/>
          </a:xfrm>
          <a:prstGeom prst="rect">
            <a:avLst/>
          </a:prstGeom>
          <a:solidFill>
            <a:srgbClr val="28376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Rounded Rectangle 22"/>
          <p:cNvSpPr/>
          <p:nvPr>
            <p:custDataLst>
              <p:tags r:id="rId20"/>
            </p:custDataLst>
          </p:nvPr>
        </p:nvSpPr>
        <p:spPr>
          <a:xfrm>
            <a:off x="12323200" y="568325"/>
            <a:ext cx="307975" cy="30607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9" name="Rounded Rectangle 22"/>
          <p:cNvSpPr/>
          <p:nvPr>
            <p:custDataLst>
              <p:tags r:id="rId21"/>
            </p:custDataLst>
          </p:nvPr>
        </p:nvSpPr>
        <p:spPr>
          <a:xfrm>
            <a:off x="12837160" y="568325"/>
            <a:ext cx="307975" cy="306070"/>
          </a:xfrm>
          <a:prstGeom prst="rect">
            <a:avLst/>
          </a:prstGeom>
          <a:solidFill>
            <a:srgbClr val="4150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13161010" y="583565"/>
            <a:ext cx="927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正文文字</a:t>
            </a:r>
          </a:p>
        </p:txBody>
      </p:sp>
      <p:sp>
        <p:nvSpPr>
          <p:cNvPr id="81" name="Rounded Rectangle 22"/>
          <p:cNvSpPr/>
          <p:nvPr>
            <p:custDataLst>
              <p:tags r:id="rId22"/>
            </p:custDataLst>
          </p:nvPr>
        </p:nvSpPr>
        <p:spPr>
          <a:xfrm>
            <a:off x="12323200" y="998220"/>
            <a:ext cx="307975" cy="306070"/>
          </a:xfrm>
          <a:prstGeom prst="rect">
            <a:avLst/>
          </a:prstGeom>
          <a:solidFill>
            <a:srgbClr val="D9D9D9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5" name="Rounded Rectangle 22"/>
          <p:cNvSpPr/>
          <p:nvPr>
            <p:custDataLst>
              <p:tags r:id="rId23"/>
            </p:custDataLst>
          </p:nvPr>
        </p:nvSpPr>
        <p:spPr>
          <a:xfrm>
            <a:off x="12837160" y="998220"/>
            <a:ext cx="307975" cy="306070"/>
          </a:xfrm>
          <a:prstGeom prst="rect">
            <a:avLst/>
          </a:prstGeom>
          <a:solidFill>
            <a:srgbClr val="80808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Rounded Rectangle 22"/>
          <p:cNvSpPr/>
          <p:nvPr>
            <p:custDataLst>
              <p:tags r:id="rId24"/>
            </p:custDataLst>
          </p:nvPr>
        </p:nvSpPr>
        <p:spPr>
          <a:xfrm>
            <a:off x="12323200" y="2434846"/>
            <a:ext cx="307975" cy="306070"/>
          </a:xfrm>
          <a:prstGeom prst="rect">
            <a:avLst/>
          </a:prstGeom>
          <a:solidFill>
            <a:srgbClr val="F54D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0" name="Rounded Rectangle 22"/>
          <p:cNvSpPr/>
          <p:nvPr>
            <p:custDataLst>
              <p:tags r:id="rId25"/>
            </p:custDataLst>
          </p:nvPr>
        </p:nvSpPr>
        <p:spPr>
          <a:xfrm>
            <a:off x="12323200" y="2060566"/>
            <a:ext cx="307975" cy="306070"/>
          </a:xfrm>
          <a:prstGeom prst="rect">
            <a:avLst/>
          </a:prstGeom>
          <a:solidFill>
            <a:srgbClr val="F889A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1" name="Rounded Rectangle 22"/>
          <p:cNvSpPr/>
          <p:nvPr>
            <p:custDataLst>
              <p:tags r:id="rId26"/>
            </p:custDataLst>
          </p:nvPr>
        </p:nvSpPr>
        <p:spPr>
          <a:xfrm>
            <a:off x="12323200" y="3183406"/>
            <a:ext cx="307975" cy="306070"/>
          </a:xfrm>
          <a:prstGeom prst="rect">
            <a:avLst/>
          </a:prstGeom>
          <a:solidFill>
            <a:srgbClr val="F8A21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2" name="Rounded Rectangle 22"/>
          <p:cNvSpPr/>
          <p:nvPr>
            <p:custDataLst>
              <p:tags r:id="rId27"/>
            </p:custDataLst>
          </p:nvPr>
        </p:nvSpPr>
        <p:spPr>
          <a:xfrm>
            <a:off x="12707079" y="3183406"/>
            <a:ext cx="307975" cy="306070"/>
          </a:xfrm>
          <a:prstGeom prst="rect">
            <a:avLst/>
          </a:prstGeom>
          <a:solidFill>
            <a:srgbClr val="E3AB4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3" name="Rounded Rectangle 22"/>
          <p:cNvSpPr/>
          <p:nvPr>
            <p:custDataLst>
              <p:tags r:id="rId28"/>
            </p:custDataLst>
          </p:nvPr>
        </p:nvSpPr>
        <p:spPr>
          <a:xfrm>
            <a:off x="12707079" y="3554233"/>
            <a:ext cx="307975" cy="306070"/>
          </a:xfrm>
          <a:prstGeom prst="rect">
            <a:avLst/>
          </a:prstGeom>
          <a:solidFill>
            <a:srgbClr val="EBD86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4" name="Rounded Rectangle 22"/>
          <p:cNvSpPr/>
          <p:nvPr>
            <p:custDataLst>
              <p:tags r:id="rId29"/>
            </p:custDataLst>
          </p:nvPr>
        </p:nvSpPr>
        <p:spPr>
          <a:xfrm>
            <a:off x="12323200" y="3931966"/>
            <a:ext cx="307975" cy="306070"/>
          </a:xfrm>
          <a:prstGeom prst="rect">
            <a:avLst/>
          </a:prstGeom>
          <a:solidFill>
            <a:srgbClr val="53E0B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5" name="Rounded Rectangle 22"/>
          <p:cNvSpPr/>
          <p:nvPr>
            <p:custDataLst>
              <p:tags r:id="rId30"/>
            </p:custDataLst>
          </p:nvPr>
        </p:nvSpPr>
        <p:spPr>
          <a:xfrm>
            <a:off x="12323200" y="4306246"/>
            <a:ext cx="307975" cy="306070"/>
          </a:xfrm>
          <a:prstGeom prst="rect">
            <a:avLst/>
          </a:prstGeom>
          <a:solidFill>
            <a:srgbClr val="3EC2A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6" name="Rounded Rectangle 22"/>
          <p:cNvSpPr/>
          <p:nvPr>
            <p:custDataLst>
              <p:tags r:id="rId31"/>
            </p:custDataLst>
          </p:nvPr>
        </p:nvSpPr>
        <p:spPr>
          <a:xfrm>
            <a:off x="12710663" y="5047748"/>
            <a:ext cx="307975" cy="306070"/>
          </a:xfrm>
          <a:prstGeom prst="rect">
            <a:avLst/>
          </a:prstGeom>
          <a:solidFill>
            <a:srgbClr val="46D0F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8" name="Rounded Rectangle 22"/>
          <p:cNvSpPr/>
          <p:nvPr>
            <p:custDataLst>
              <p:tags r:id="rId32"/>
            </p:custDataLst>
          </p:nvPr>
        </p:nvSpPr>
        <p:spPr>
          <a:xfrm>
            <a:off x="12323200" y="5429086"/>
            <a:ext cx="307975" cy="306070"/>
          </a:xfrm>
          <a:prstGeom prst="rect">
            <a:avLst/>
          </a:prstGeom>
          <a:solidFill>
            <a:srgbClr val="2B5EC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9" name="Rounded Rectangle 22"/>
          <p:cNvSpPr/>
          <p:nvPr>
            <p:custDataLst>
              <p:tags r:id="rId33"/>
            </p:custDataLst>
          </p:nvPr>
        </p:nvSpPr>
        <p:spPr>
          <a:xfrm>
            <a:off x="12323200" y="5803366"/>
            <a:ext cx="307975" cy="306070"/>
          </a:xfrm>
          <a:prstGeom prst="rect">
            <a:avLst/>
          </a:prstGeom>
          <a:solidFill>
            <a:srgbClr val="225FD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Rounded Rectangle 22"/>
          <p:cNvSpPr/>
          <p:nvPr>
            <p:custDataLst>
              <p:tags r:id="rId34"/>
            </p:custDataLst>
          </p:nvPr>
        </p:nvSpPr>
        <p:spPr>
          <a:xfrm>
            <a:off x="12323200" y="6177646"/>
            <a:ext cx="307975" cy="306070"/>
          </a:xfrm>
          <a:prstGeom prst="rect">
            <a:avLst/>
          </a:prstGeom>
          <a:solidFill>
            <a:srgbClr val="5E7AF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Rounded Rectangle 22"/>
          <p:cNvSpPr/>
          <p:nvPr>
            <p:custDataLst>
              <p:tags r:id="rId35"/>
            </p:custDataLst>
          </p:nvPr>
        </p:nvSpPr>
        <p:spPr>
          <a:xfrm>
            <a:off x="12323200" y="6551930"/>
            <a:ext cx="307975" cy="306070"/>
          </a:xfrm>
          <a:prstGeom prst="rect">
            <a:avLst/>
          </a:prstGeom>
          <a:solidFill>
            <a:srgbClr val="8F7FE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815845" y="9008232"/>
            <a:ext cx="1572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在这占位</a:t>
            </a:r>
            <a:endParaRPr lang="en-US" altLang="zh-CN" sz="120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防止轻易跨页滚动</a:t>
            </a:r>
          </a:p>
        </p:txBody>
      </p:sp>
      <p:sp>
        <p:nvSpPr>
          <p:cNvPr id="7" name="Rounded Rectangle 21"/>
          <p:cNvSpPr/>
          <p:nvPr>
            <p:custDataLst>
              <p:tags r:id="rId36"/>
            </p:custDataLst>
          </p:nvPr>
        </p:nvSpPr>
        <p:spPr>
          <a:xfrm>
            <a:off x="12707083" y="6551930"/>
            <a:ext cx="307974" cy="306070"/>
          </a:xfrm>
          <a:prstGeom prst="rect">
            <a:avLst/>
          </a:prstGeom>
          <a:solidFill>
            <a:srgbClr val="5F4FBD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id-ID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2321703" y="5052467"/>
            <a:ext cx="307975" cy="298735"/>
          </a:xfrm>
          <a:prstGeom prst="rect">
            <a:avLst/>
          </a:prstGeom>
          <a:solidFill>
            <a:srgbClr val="2FE0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2323200" y="2801697"/>
            <a:ext cx="307975" cy="304131"/>
          </a:xfrm>
          <a:prstGeom prst="rect">
            <a:avLst/>
          </a:prstGeom>
          <a:solidFill>
            <a:srgbClr val="FF6E17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2323199" y="3560226"/>
            <a:ext cx="307975" cy="300077"/>
          </a:xfrm>
          <a:prstGeom prst="rect">
            <a:avLst/>
          </a:prstGeom>
          <a:solidFill>
            <a:srgbClr val="E5393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6" name="Rounded Rectangle 22"/>
          <p:cNvSpPr/>
          <p:nvPr>
            <p:custDataLst>
              <p:tags r:id="rId37"/>
            </p:custDataLst>
          </p:nvPr>
        </p:nvSpPr>
        <p:spPr>
          <a:xfrm>
            <a:off x="12707080" y="5803366"/>
            <a:ext cx="307975" cy="306070"/>
          </a:xfrm>
          <a:prstGeom prst="rect">
            <a:avLst/>
          </a:prstGeom>
          <a:solidFill>
            <a:srgbClr val="1B327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Rounded Rectangle 22"/>
          <p:cNvSpPr/>
          <p:nvPr>
            <p:custDataLst>
              <p:tags r:id="rId38"/>
            </p:custDataLst>
          </p:nvPr>
        </p:nvSpPr>
        <p:spPr>
          <a:xfrm>
            <a:off x="12705584" y="4671211"/>
            <a:ext cx="307975" cy="306070"/>
          </a:xfrm>
          <a:prstGeom prst="rect">
            <a:avLst/>
          </a:prstGeom>
          <a:solidFill>
            <a:srgbClr val="2C88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4" name="Rounded Rectangle 22"/>
          <p:cNvSpPr/>
          <p:nvPr>
            <p:custDataLst>
              <p:tags r:id="rId39"/>
            </p:custDataLst>
          </p:nvPr>
        </p:nvSpPr>
        <p:spPr>
          <a:xfrm>
            <a:off x="12321703" y="4671731"/>
            <a:ext cx="307975" cy="306070"/>
          </a:xfrm>
          <a:prstGeom prst="rect">
            <a:avLst/>
          </a:prstGeom>
          <a:solidFill>
            <a:srgbClr val="3B7D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3161010" y="998220"/>
            <a:ext cx="927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辅助文字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2740191" y="-368320"/>
            <a:ext cx="546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白色背景</a:t>
            </a:r>
          </a:p>
        </p:txBody>
      </p:sp>
      <p:sp>
        <p:nvSpPr>
          <p:cNvPr id="22" name="Rounded Rectangle 22"/>
          <p:cNvSpPr/>
          <p:nvPr>
            <p:custDataLst>
              <p:tags r:id="rId40"/>
            </p:custDataLst>
          </p:nvPr>
        </p:nvSpPr>
        <p:spPr>
          <a:xfrm>
            <a:off x="409115" y="6909435"/>
            <a:ext cx="307975" cy="306070"/>
          </a:xfrm>
          <a:prstGeom prst="rect">
            <a:avLst/>
          </a:prstGeom>
          <a:solidFill>
            <a:srgbClr val="F54D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3" name="Rounded Rectangle 22"/>
          <p:cNvSpPr/>
          <p:nvPr>
            <p:custDataLst>
              <p:tags r:id="rId41"/>
            </p:custDataLst>
          </p:nvPr>
        </p:nvSpPr>
        <p:spPr>
          <a:xfrm>
            <a:off x="0" y="6909435"/>
            <a:ext cx="307975" cy="306070"/>
          </a:xfrm>
          <a:prstGeom prst="rect">
            <a:avLst/>
          </a:prstGeom>
          <a:solidFill>
            <a:srgbClr val="F889A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4" name="Rounded Rectangle 22"/>
          <p:cNvSpPr/>
          <p:nvPr>
            <p:custDataLst>
              <p:tags r:id="rId42"/>
            </p:custDataLst>
          </p:nvPr>
        </p:nvSpPr>
        <p:spPr>
          <a:xfrm>
            <a:off x="1227345" y="6909435"/>
            <a:ext cx="307975" cy="306070"/>
          </a:xfrm>
          <a:prstGeom prst="rect">
            <a:avLst/>
          </a:prstGeom>
          <a:solidFill>
            <a:srgbClr val="F8A21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Rounded Rectangle 22"/>
          <p:cNvSpPr/>
          <p:nvPr>
            <p:custDataLst>
              <p:tags r:id="rId43"/>
            </p:custDataLst>
          </p:nvPr>
        </p:nvSpPr>
        <p:spPr>
          <a:xfrm>
            <a:off x="1636460" y="6909435"/>
            <a:ext cx="307975" cy="306070"/>
          </a:xfrm>
          <a:prstGeom prst="rect">
            <a:avLst/>
          </a:prstGeom>
          <a:solidFill>
            <a:srgbClr val="E3AB4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6" name="Rounded Rectangle 22"/>
          <p:cNvSpPr/>
          <p:nvPr>
            <p:custDataLst>
              <p:tags r:id="rId44"/>
            </p:custDataLst>
          </p:nvPr>
        </p:nvSpPr>
        <p:spPr>
          <a:xfrm>
            <a:off x="2454690" y="6909435"/>
            <a:ext cx="307975" cy="306070"/>
          </a:xfrm>
          <a:prstGeom prst="rect">
            <a:avLst/>
          </a:prstGeom>
          <a:solidFill>
            <a:srgbClr val="EBD86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7" name="Rounded Rectangle 22"/>
          <p:cNvSpPr/>
          <p:nvPr>
            <p:custDataLst>
              <p:tags r:id="rId45"/>
            </p:custDataLst>
          </p:nvPr>
        </p:nvSpPr>
        <p:spPr>
          <a:xfrm>
            <a:off x="2863805" y="6909435"/>
            <a:ext cx="307975" cy="306070"/>
          </a:xfrm>
          <a:prstGeom prst="rect">
            <a:avLst/>
          </a:prstGeom>
          <a:solidFill>
            <a:srgbClr val="53E0B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8" name="Rounded Rectangle 22"/>
          <p:cNvSpPr/>
          <p:nvPr>
            <p:custDataLst>
              <p:tags r:id="rId46"/>
            </p:custDataLst>
          </p:nvPr>
        </p:nvSpPr>
        <p:spPr>
          <a:xfrm>
            <a:off x="3272920" y="6909435"/>
            <a:ext cx="307975" cy="306070"/>
          </a:xfrm>
          <a:prstGeom prst="rect">
            <a:avLst/>
          </a:prstGeom>
          <a:solidFill>
            <a:srgbClr val="3EC2A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9" name="Rounded Rectangle 22"/>
          <p:cNvSpPr/>
          <p:nvPr>
            <p:custDataLst>
              <p:tags r:id="rId47"/>
            </p:custDataLst>
          </p:nvPr>
        </p:nvSpPr>
        <p:spPr>
          <a:xfrm>
            <a:off x="4909380" y="6909435"/>
            <a:ext cx="307975" cy="306070"/>
          </a:xfrm>
          <a:prstGeom prst="rect">
            <a:avLst/>
          </a:prstGeom>
          <a:solidFill>
            <a:srgbClr val="46D0F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0" name="Rounded Rectangle 22"/>
          <p:cNvSpPr/>
          <p:nvPr>
            <p:custDataLst>
              <p:tags r:id="rId48"/>
            </p:custDataLst>
          </p:nvPr>
        </p:nvSpPr>
        <p:spPr>
          <a:xfrm>
            <a:off x="5318495" y="6909435"/>
            <a:ext cx="307975" cy="306070"/>
          </a:xfrm>
          <a:prstGeom prst="rect">
            <a:avLst/>
          </a:prstGeom>
          <a:solidFill>
            <a:srgbClr val="2B5EC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1" name="Rounded Rectangle 22"/>
          <p:cNvSpPr/>
          <p:nvPr>
            <p:custDataLst>
              <p:tags r:id="rId49"/>
            </p:custDataLst>
          </p:nvPr>
        </p:nvSpPr>
        <p:spPr>
          <a:xfrm>
            <a:off x="5727610" y="6909435"/>
            <a:ext cx="307975" cy="306070"/>
          </a:xfrm>
          <a:prstGeom prst="rect">
            <a:avLst/>
          </a:prstGeom>
          <a:solidFill>
            <a:srgbClr val="225FD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2" name="Rounded Rectangle 22"/>
          <p:cNvSpPr/>
          <p:nvPr>
            <p:custDataLst>
              <p:tags r:id="rId50"/>
            </p:custDataLst>
          </p:nvPr>
        </p:nvSpPr>
        <p:spPr>
          <a:xfrm>
            <a:off x="6545840" y="6909435"/>
            <a:ext cx="307975" cy="306070"/>
          </a:xfrm>
          <a:prstGeom prst="rect">
            <a:avLst/>
          </a:prstGeom>
          <a:solidFill>
            <a:srgbClr val="5E7AF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3" name="Rounded Rectangle 22"/>
          <p:cNvSpPr/>
          <p:nvPr>
            <p:custDataLst>
              <p:tags r:id="rId51"/>
            </p:custDataLst>
          </p:nvPr>
        </p:nvSpPr>
        <p:spPr>
          <a:xfrm>
            <a:off x="6954955" y="6909435"/>
            <a:ext cx="307975" cy="306070"/>
          </a:xfrm>
          <a:prstGeom prst="rect">
            <a:avLst/>
          </a:prstGeom>
          <a:solidFill>
            <a:srgbClr val="8F7FE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4" name="Rounded Rectangle 21"/>
          <p:cNvSpPr/>
          <p:nvPr>
            <p:custDataLst>
              <p:tags r:id="rId52"/>
            </p:custDataLst>
          </p:nvPr>
        </p:nvSpPr>
        <p:spPr>
          <a:xfrm>
            <a:off x="7364064" y="6909435"/>
            <a:ext cx="307974" cy="306070"/>
          </a:xfrm>
          <a:prstGeom prst="rect">
            <a:avLst/>
          </a:prstGeom>
          <a:solidFill>
            <a:srgbClr val="5F4FBD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id-ID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500265" y="6909435"/>
            <a:ext cx="307975" cy="298735"/>
          </a:xfrm>
          <a:prstGeom prst="rect">
            <a:avLst/>
          </a:prstGeom>
          <a:solidFill>
            <a:srgbClr val="2FE0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818230" y="6909435"/>
            <a:ext cx="307975" cy="304131"/>
          </a:xfrm>
          <a:prstGeom prst="rect">
            <a:avLst/>
          </a:prstGeom>
          <a:solidFill>
            <a:srgbClr val="FF6E17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2045575" y="6909435"/>
            <a:ext cx="307975" cy="300077"/>
          </a:xfrm>
          <a:prstGeom prst="rect">
            <a:avLst/>
          </a:prstGeom>
          <a:solidFill>
            <a:srgbClr val="E5393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48" name="Rounded Rectangle 22"/>
          <p:cNvSpPr/>
          <p:nvPr>
            <p:custDataLst>
              <p:tags r:id="rId53"/>
            </p:custDataLst>
          </p:nvPr>
        </p:nvSpPr>
        <p:spPr>
          <a:xfrm>
            <a:off x="6136725" y="6909435"/>
            <a:ext cx="307975" cy="306070"/>
          </a:xfrm>
          <a:prstGeom prst="rect">
            <a:avLst/>
          </a:prstGeom>
          <a:solidFill>
            <a:srgbClr val="1B327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9" name="Rounded Rectangle 22"/>
          <p:cNvSpPr/>
          <p:nvPr>
            <p:custDataLst>
              <p:tags r:id="rId54"/>
            </p:custDataLst>
          </p:nvPr>
        </p:nvSpPr>
        <p:spPr>
          <a:xfrm>
            <a:off x="4091150" y="6909435"/>
            <a:ext cx="307975" cy="306070"/>
          </a:xfrm>
          <a:prstGeom prst="rect">
            <a:avLst/>
          </a:prstGeom>
          <a:solidFill>
            <a:srgbClr val="2C88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0" name="Rounded Rectangle 22"/>
          <p:cNvSpPr/>
          <p:nvPr>
            <p:custDataLst>
              <p:tags r:id="rId55"/>
            </p:custDataLst>
          </p:nvPr>
        </p:nvSpPr>
        <p:spPr>
          <a:xfrm>
            <a:off x="3682035" y="6909435"/>
            <a:ext cx="307975" cy="306070"/>
          </a:xfrm>
          <a:prstGeom prst="rect">
            <a:avLst/>
          </a:prstGeom>
          <a:solidFill>
            <a:srgbClr val="3B7D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6" name="圆柱形 24"/>
          <p:cNvSpPr/>
          <p:nvPr/>
        </p:nvSpPr>
        <p:spPr bwMode="auto">
          <a:xfrm rot="5400000">
            <a:off x="410845" y="7090410"/>
            <a:ext cx="294640" cy="1136650"/>
          </a:xfrm>
          <a:prstGeom prst="can">
            <a:avLst>
              <a:gd name="adj" fmla="val 45943"/>
            </a:avLst>
          </a:prstGeom>
          <a:solidFill>
            <a:schemeClr val="accent2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vert270" wrap="square" lIns="0" tIns="0" rIns="0" bIns="0" numCol="1" rtlCol="0" anchor="ctr" anchorCtr="0" compatLnSpc="1">
            <a:noAutofit/>
          </a:bodyPr>
          <a:lstStyle>
            <a:defPPr>
              <a:defRPr lang="zh-CN"/>
            </a:defPPr>
            <a:lvl1pPr marL="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AMI</a:t>
            </a:r>
            <a:r>
              <a:rPr lang="zh-CN" altLang="en-US" sz="140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相关</a:t>
            </a:r>
          </a:p>
        </p:txBody>
      </p:sp>
      <p:sp>
        <p:nvSpPr>
          <p:cNvPr id="38" name="矩形: 圆角 71"/>
          <p:cNvSpPr/>
          <p:nvPr/>
        </p:nvSpPr>
        <p:spPr bwMode="auto">
          <a:xfrm>
            <a:off x="7771765" y="7512050"/>
            <a:ext cx="1136650" cy="348615"/>
          </a:xfrm>
          <a:prstGeom prst="roundRect">
            <a:avLst>
              <a:gd name="adj" fmla="val 10269"/>
            </a:avLst>
          </a:prstGeom>
          <a:solidFill>
            <a:srgbClr val="907FE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周边系统</a:t>
            </a:r>
          </a:p>
        </p:txBody>
      </p:sp>
      <p:sp>
        <p:nvSpPr>
          <p:cNvPr id="5" name="矩形: 圆角 71"/>
          <p:cNvSpPr/>
          <p:nvPr/>
        </p:nvSpPr>
        <p:spPr bwMode="auto">
          <a:xfrm>
            <a:off x="9111615" y="7512050"/>
            <a:ext cx="1136650" cy="348615"/>
          </a:xfrm>
          <a:prstGeom prst="roundRect">
            <a:avLst>
              <a:gd name="adj" fmla="val 10270"/>
            </a:avLst>
          </a:prstGeom>
          <a:solidFill>
            <a:srgbClr val="225FD1"/>
          </a:solidFill>
          <a:ln w="63500" cmpd="sng">
            <a:noFill/>
          </a:ln>
        </p:spPr>
        <p:txBody>
          <a:bodyPr vert="horz" wrap="square" lIns="0" tIns="0" rIns="0" bIns="0" numCol="1" rtlCol="0" anchor="ctr" anchorCtr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周边系统</a:t>
            </a:r>
          </a:p>
        </p:txBody>
      </p:sp>
      <p:sp>
        <p:nvSpPr>
          <p:cNvPr id="41" name="矩形: 圆角 71"/>
          <p:cNvSpPr/>
          <p:nvPr/>
        </p:nvSpPr>
        <p:spPr bwMode="auto">
          <a:xfrm>
            <a:off x="1233170" y="7511415"/>
            <a:ext cx="1136650" cy="348615"/>
          </a:xfrm>
          <a:prstGeom prst="roundRect">
            <a:avLst>
              <a:gd name="adj" fmla="val 10269"/>
            </a:avLst>
          </a:prstGeom>
          <a:solidFill>
            <a:srgbClr val="1B3275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系统边界</a:t>
            </a:r>
          </a:p>
        </p:txBody>
      </p:sp>
      <p:sp>
        <p:nvSpPr>
          <p:cNvPr id="42" name="矩形: 圆角 71"/>
          <p:cNvSpPr/>
          <p:nvPr/>
        </p:nvSpPr>
        <p:spPr bwMode="auto">
          <a:xfrm>
            <a:off x="2545080" y="7511415"/>
            <a:ext cx="1136650" cy="348615"/>
          </a:xfrm>
          <a:prstGeom prst="roundRect">
            <a:avLst>
              <a:gd name="adj" fmla="val 10269"/>
            </a:avLst>
          </a:prstGeom>
          <a:solidFill>
            <a:srgbClr val="225FD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内部大类</a:t>
            </a:r>
          </a:p>
        </p:txBody>
      </p:sp>
      <p:sp>
        <p:nvSpPr>
          <p:cNvPr id="8" name="矩形: 圆角 71"/>
          <p:cNvSpPr/>
          <p:nvPr/>
        </p:nvSpPr>
        <p:spPr bwMode="auto">
          <a:xfrm>
            <a:off x="3772535" y="7511415"/>
            <a:ext cx="1136650" cy="348615"/>
          </a:xfrm>
          <a:prstGeom prst="roundRect">
            <a:avLst>
              <a:gd name="adj" fmla="val 10269"/>
            </a:avLst>
          </a:prstGeom>
          <a:solidFill>
            <a:srgbClr val="2B5EC7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模块</a:t>
            </a:r>
            <a:r>
              <a:rPr kumimoji="0" lang="en-US" altLang="zh-CN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/</a:t>
            </a: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组件</a:t>
            </a:r>
          </a:p>
        </p:txBody>
      </p:sp>
      <p:sp>
        <p:nvSpPr>
          <p:cNvPr id="9" name="矩形: 圆角 71"/>
          <p:cNvSpPr/>
          <p:nvPr/>
        </p:nvSpPr>
        <p:spPr bwMode="auto">
          <a:xfrm>
            <a:off x="10381615" y="7510780"/>
            <a:ext cx="1136650" cy="348615"/>
          </a:xfrm>
          <a:prstGeom prst="roundRect">
            <a:avLst>
              <a:gd name="adj" fmla="val 10270"/>
            </a:avLst>
          </a:prstGeom>
          <a:solidFill>
            <a:srgbClr val="73839D"/>
          </a:solidFill>
          <a:ln w="63500" cmpd="sng">
            <a:noFill/>
          </a:ln>
        </p:spPr>
        <p:txBody>
          <a:bodyPr vert="horz" wrap="square" lIns="0" tIns="0" rIns="0" bIns="0" numCol="1" rtlCol="0" anchor="ctr" anchorCtr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外部系统</a:t>
            </a:r>
          </a:p>
        </p:txBody>
      </p:sp>
      <p:sp>
        <p:nvSpPr>
          <p:cNvPr id="53" name="上箭头 52"/>
          <p:cNvSpPr/>
          <p:nvPr/>
        </p:nvSpPr>
        <p:spPr>
          <a:xfrm rot="5400000">
            <a:off x="5931535" y="7519035"/>
            <a:ext cx="248920" cy="364490"/>
          </a:xfrm>
          <a:prstGeom prst="upArrow">
            <a:avLst>
              <a:gd name="adj1" fmla="val 41140"/>
              <a:gd name="adj2" fmla="val 76582"/>
            </a:avLst>
          </a:prstGeom>
          <a:solidFill>
            <a:srgbClr val="2FE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6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4982845" y="7547610"/>
            <a:ext cx="915670" cy="276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spc="1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MiSans Medium" panose="00000600000000000000" charset="-122"/>
                <a:sym typeface="+mn-ea"/>
              </a:rPr>
              <a:t>内部连接</a:t>
            </a:r>
            <a:endParaRPr lang="zh-CN" altLang="en-US" sz="1200" spc="1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Inter UI" panose="020B0502030000000004" pitchFamily="34" charset="0"/>
              <a:ea typeface="黑体" panose="02010609060101010101" pitchFamily="49" charset="-122"/>
              <a:cs typeface="MiSans Medium" panose="00000600000000000000" charset="-122"/>
              <a:sym typeface="+mn-ea"/>
            </a:endParaRPr>
          </a:p>
        </p:txBody>
      </p:sp>
      <p:sp>
        <p:nvSpPr>
          <p:cNvPr id="55" name="上箭头 128"/>
          <p:cNvSpPr/>
          <p:nvPr/>
        </p:nvSpPr>
        <p:spPr>
          <a:xfrm rot="5400000">
            <a:off x="7377430" y="7503795"/>
            <a:ext cx="276860" cy="364490"/>
          </a:xfrm>
          <a:prstGeom prst="upArrow">
            <a:avLst>
              <a:gd name="adj1" fmla="val 41140"/>
              <a:gd name="adj2" fmla="val 76582"/>
            </a:avLst>
          </a:prstGeom>
          <a:solidFill>
            <a:srgbClr val="3D5A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>
                  <a:alpha val="5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6442710" y="7546975"/>
            <a:ext cx="915670" cy="276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spc="1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MiSans Medium" panose="00000600000000000000" charset="-122"/>
                <a:sym typeface="+mn-ea"/>
              </a:rPr>
              <a:t>外部连接</a:t>
            </a:r>
            <a:endParaRPr lang="zh-CN" altLang="en-US" sz="1200" spc="1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Inter UI" panose="020B0502030000000004" pitchFamily="34" charset="0"/>
              <a:ea typeface="黑体" panose="02010609060101010101" pitchFamily="49" charset="-122"/>
              <a:cs typeface="MiSans Medium" panose="00000600000000000000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56428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ounded Rectangle 22"/>
          <p:cNvSpPr/>
          <p:nvPr>
            <p:custDataLst>
              <p:tags r:id="rId18"/>
            </p:custDataLst>
          </p:nvPr>
        </p:nvSpPr>
        <p:spPr>
          <a:xfrm>
            <a:off x="12323200" y="138430"/>
            <a:ext cx="307975" cy="30607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3161010" y="138430"/>
            <a:ext cx="9277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标题文字</a:t>
            </a:r>
          </a:p>
        </p:txBody>
      </p:sp>
      <p:sp>
        <p:nvSpPr>
          <p:cNvPr id="76" name="文本框 75"/>
          <p:cNvSpPr txBox="1"/>
          <p:nvPr/>
        </p:nvSpPr>
        <p:spPr>
          <a:xfrm>
            <a:off x="12224385" y="-368320"/>
            <a:ext cx="546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深色背景</a:t>
            </a:r>
          </a:p>
        </p:txBody>
      </p:sp>
      <p:sp>
        <p:nvSpPr>
          <p:cNvPr id="77" name="Rounded Rectangle 22"/>
          <p:cNvSpPr/>
          <p:nvPr>
            <p:custDataLst>
              <p:tags r:id="rId19"/>
            </p:custDataLst>
          </p:nvPr>
        </p:nvSpPr>
        <p:spPr>
          <a:xfrm>
            <a:off x="12837160" y="138430"/>
            <a:ext cx="307975" cy="306070"/>
          </a:xfrm>
          <a:prstGeom prst="rect">
            <a:avLst/>
          </a:prstGeom>
          <a:solidFill>
            <a:srgbClr val="28376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Rounded Rectangle 22"/>
          <p:cNvSpPr/>
          <p:nvPr>
            <p:custDataLst>
              <p:tags r:id="rId20"/>
            </p:custDataLst>
          </p:nvPr>
        </p:nvSpPr>
        <p:spPr>
          <a:xfrm>
            <a:off x="12323200" y="568325"/>
            <a:ext cx="307975" cy="30607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9" name="Rounded Rectangle 22"/>
          <p:cNvSpPr/>
          <p:nvPr>
            <p:custDataLst>
              <p:tags r:id="rId21"/>
            </p:custDataLst>
          </p:nvPr>
        </p:nvSpPr>
        <p:spPr>
          <a:xfrm>
            <a:off x="12837160" y="568325"/>
            <a:ext cx="307975" cy="306070"/>
          </a:xfrm>
          <a:prstGeom prst="rect">
            <a:avLst/>
          </a:prstGeom>
          <a:solidFill>
            <a:srgbClr val="4150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13161010" y="583565"/>
            <a:ext cx="927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正文文字</a:t>
            </a:r>
          </a:p>
        </p:txBody>
      </p:sp>
      <p:sp>
        <p:nvSpPr>
          <p:cNvPr id="81" name="Rounded Rectangle 22"/>
          <p:cNvSpPr/>
          <p:nvPr>
            <p:custDataLst>
              <p:tags r:id="rId22"/>
            </p:custDataLst>
          </p:nvPr>
        </p:nvSpPr>
        <p:spPr>
          <a:xfrm>
            <a:off x="12323200" y="998220"/>
            <a:ext cx="307975" cy="306070"/>
          </a:xfrm>
          <a:prstGeom prst="rect">
            <a:avLst/>
          </a:prstGeom>
          <a:solidFill>
            <a:srgbClr val="D9D9D9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5" name="Rounded Rectangle 22"/>
          <p:cNvSpPr/>
          <p:nvPr>
            <p:custDataLst>
              <p:tags r:id="rId23"/>
            </p:custDataLst>
          </p:nvPr>
        </p:nvSpPr>
        <p:spPr>
          <a:xfrm>
            <a:off x="12837160" y="998220"/>
            <a:ext cx="307975" cy="306070"/>
          </a:xfrm>
          <a:prstGeom prst="rect">
            <a:avLst/>
          </a:prstGeom>
          <a:solidFill>
            <a:srgbClr val="80808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Rounded Rectangle 22"/>
          <p:cNvSpPr/>
          <p:nvPr>
            <p:custDataLst>
              <p:tags r:id="rId24"/>
            </p:custDataLst>
          </p:nvPr>
        </p:nvSpPr>
        <p:spPr>
          <a:xfrm>
            <a:off x="12323200" y="2434846"/>
            <a:ext cx="307975" cy="306070"/>
          </a:xfrm>
          <a:prstGeom prst="rect">
            <a:avLst/>
          </a:prstGeom>
          <a:solidFill>
            <a:srgbClr val="F54D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0" name="Rounded Rectangle 22"/>
          <p:cNvSpPr/>
          <p:nvPr>
            <p:custDataLst>
              <p:tags r:id="rId25"/>
            </p:custDataLst>
          </p:nvPr>
        </p:nvSpPr>
        <p:spPr>
          <a:xfrm>
            <a:off x="12323200" y="2060566"/>
            <a:ext cx="307975" cy="306070"/>
          </a:xfrm>
          <a:prstGeom prst="rect">
            <a:avLst/>
          </a:prstGeom>
          <a:solidFill>
            <a:srgbClr val="F889A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1" name="Rounded Rectangle 22"/>
          <p:cNvSpPr/>
          <p:nvPr>
            <p:custDataLst>
              <p:tags r:id="rId26"/>
            </p:custDataLst>
          </p:nvPr>
        </p:nvSpPr>
        <p:spPr>
          <a:xfrm>
            <a:off x="12323200" y="3183406"/>
            <a:ext cx="307975" cy="306070"/>
          </a:xfrm>
          <a:prstGeom prst="rect">
            <a:avLst/>
          </a:prstGeom>
          <a:solidFill>
            <a:srgbClr val="F8A21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2" name="Rounded Rectangle 22"/>
          <p:cNvSpPr/>
          <p:nvPr>
            <p:custDataLst>
              <p:tags r:id="rId27"/>
            </p:custDataLst>
          </p:nvPr>
        </p:nvSpPr>
        <p:spPr>
          <a:xfrm>
            <a:off x="12707079" y="3183406"/>
            <a:ext cx="307975" cy="306070"/>
          </a:xfrm>
          <a:prstGeom prst="rect">
            <a:avLst/>
          </a:prstGeom>
          <a:solidFill>
            <a:srgbClr val="E3AB4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3" name="Rounded Rectangle 22"/>
          <p:cNvSpPr/>
          <p:nvPr>
            <p:custDataLst>
              <p:tags r:id="rId28"/>
            </p:custDataLst>
          </p:nvPr>
        </p:nvSpPr>
        <p:spPr>
          <a:xfrm>
            <a:off x="12707079" y="3554233"/>
            <a:ext cx="307975" cy="306070"/>
          </a:xfrm>
          <a:prstGeom prst="rect">
            <a:avLst/>
          </a:prstGeom>
          <a:solidFill>
            <a:srgbClr val="EBD86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4" name="Rounded Rectangle 22"/>
          <p:cNvSpPr/>
          <p:nvPr>
            <p:custDataLst>
              <p:tags r:id="rId29"/>
            </p:custDataLst>
          </p:nvPr>
        </p:nvSpPr>
        <p:spPr>
          <a:xfrm>
            <a:off x="12323200" y="3931966"/>
            <a:ext cx="307975" cy="306070"/>
          </a:xfrm>
          <a:prstGeom prst="rect">
            <a:avLst/>
          </a:prstGeom>
          <a:solidFill>
            <a:srgbClr val="53E0B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5" name="Rounded Rectangle 22"/>
          <p:cNvSpPr/>
          <p:nvPr>
            <p:custDataLst>
              <p:tags r:id="rId30"/>
            </p:custDataLst>
          </p:nvPr>
        </p:nvSpPr>
        <p:spPr>
          <a:xfrm>
            <a:off x="12323200" y="4306246"/>
            <a:ext cx="307975" cy="306070"/>
          </a:xfrm>
          <a:prstGeom prst="rect">
            <a:avLst/>
          </a:prstGeom>
          <a:solidFill>
            <a:srgbClr val="3EC2A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6" name="Rounded Rectangle 22"/>
          <p:cNvSpPr/>
          <p:nvPr>
            <p:custDataLst>
              <p:tags r:id="rId31"/>
            </p:custDataLst>
          </p:nvPr>
        </p:nvSpPr>
        <p:spPr>
          <a:xfrm>
            <a:off x="12710663" y="5047748"/>
            <a:ext cx="307975" cy="306070"/>
          </a:xfrm>
          <a:prstGeom prst="rect">
            <a:avLst/>
          </a:prstGeom>
          <a:solidFill>
            <a:srgbClr val="46D0F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8" name="Rounded Rectangle 22"/>
          <p:cNvSpPr/>
          <p:nvPr>
            <p:custDataLst>
              <p:tags r:id="rId32"/>
            </p:custDataLst>
          </p:nvPr>
        </p:nvSpPr>
        <p:spPr>
          <a:xfrm>
            <a:off x="12323200" y="5429086"/>
            <a:ext cx="307975" cy="306070"/>
          </a:xfrm>
          <a:prstGeom prst="rect">
            <a:avLst/>
          </a:prstGeom>
          <a:solidFill>
            <a:srgbClr val="2B5EC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9" name="Rounded Rectangle 22"/>
          <p:cNvSpPr/>
          <p:nvPr>
            <p:custDataLst>
              <p:tags r:id="rId33"/>
            </p:custDataLst>
          </p:nvPr>
        </p:nvSpPr>
        <p:spPr>
          <a:xfrm>
            <a:off x="12323200" y="5803366"/>
            <a:ext cx="307975" cy="306070"/>
          </a:xfrm>
          <a:prstGeom prst="rect">
            <a:avLst/>
          </a:prstGeom>
          <a:solidFill>
            <a:srgbClr val="225FD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Rounded Rectangle 22"/>
          <p:cNvSpPr/>
          <p:nvPr>
            <p:custDataLst>
              <p:tags r:id="rId34"/>
            </p:custDataLst>
          </p:nvPr>
        </p:nvSpPr>
        <p:spPr>
          <a:xfrm>
            <a:off x="12323200" y="6177646"/>
            <a:ext cx="307975" cy="306070"/>
          </a:xfrm>
          <a:prstGeom prst="rect">
            <a:avLst/>
          </a:prstGeom>
          <a:solidFill>
            <a:srgbClr val="5E7AF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Rounded Rectangle 22"/>
          <p:cNvSpPr/>
          <p:nvPr>
            <p:custDataLst>
              <p:tags r:id="rId35"/>
            </p:custDataLst>
          </p:nvPr>
        </p:nvSpPr>
        <p:spPr>
          <a:xfrm>
            <a:off x="12323200" y="6551930"/>
            <a:ext cx="307975" cy="306070"/>
          </a:xfrm>
          <a:prstGeom prst="rect">
            <a:avLst/>
          </a:prstGeom>
          <a:solidFill>
            <a:srgbClr val="8F7FE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815845" y="9008232"/>
            <a:ext cx="1572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在这占位</a:t>
            </a:r>
            <a:endParaRPr lang="en-US" altLang="zh-CN" sz="120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防止轻易跨页滚动</a:t>
            </a:r>
          </a:p>
        </p:txBody>
      </p:sp>
      <p:sp>
        <p:nvSpPr>
          <p:cNvPr id="7" name="Rounded Rectangle 21"/>
          <p:cNvSpPr/>
          <p:nvPr>
            <p:custDataLst>
              <p:tags r:id="rId36"/>
            </p:custDataLst>
          </p:nvPr>
        </p:nvSpPr>
        <p:spPr>
          <a:xfrm>
            <a:off x="12707083" y="6551930"/>
            <a:ext cx="307974" cy="306070"/>
          </a:xfrm>
          <a:prstGeom prst="rect">
            <a:avLst/>
          </a:prstGeom>
          <a:solidFill>
            <a:srgbClr val="5F4FBD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id-ID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2321703" y="5052467"/>
            <a:ext cx="307975" cy="298735"/>
          </a:xfrm>
          <a:prstGeom prst="rect">
            <a:avLst/>
          </a:prstGeom>
          <a:solidFill>
            <a:srgbClr val="2FE0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2323200" y="2801697"/>
            <a:ext cx="307975" cy="304131"/>
          </a:xfrm>
          <a:prstGeom prst="rect">
            <a:avLst/>
          </a:prstGeom>
          <a:solidFill>
            <a:srgbClr val="FF6E17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2323199" y="3560226"/>
            <a:ext cx="307975" cy="300077"/>
          </a:xfrm>
          <a:prstGeom prst="rect">
            <a:avLst/>
          </a:prstGeom>
          <a:solidFill>
            <a:srgbClr val="E5393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6" name="Rounded Rectangle 22"/>
          <p:cNvSpPr/>
          <p:nvPr>
            <p:custDataLst>
              <p:tags r:id="rId37"/>
            </p:custDataLst>
          </p:nvPr>
        </p:nvSpPr>
        <p:spPr>
          <a:xfrm>
            <a:off x="12707080" y="5803366"/>
            <a:ext cx="307975" cy="306070"/>
          </a:xfrm>
          <a:prstGeom prst="rect">
            <a:avLst/>
          </a:prstGeom>
          <a:solidFill>
            <a:srgbClr val="1B327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Rounded Rectangle 22"/>
          <p:cNvSpPr/>
          <p:nvPr>
            <p:custDataLst>
              <p:tags r:id="rId38"/>
            </p:custDataLst>
          </p:nvPr>
        </p:nvSpPr>
        <p:spPr>
          <a:xfrm>
            <a:off x="12705584" y="4671211"/>
            <a:ext cx="307975" cy="306070"/>
          </a:xfrm>
          <a:prstGeom prst="rect">
            <a:avLst/>
          </a:prstGeom>
          <a:solidFill>
            <a:srgbClr val="2C88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4" name="Rounded Rectangle 22"/>
          <p:cNvSpPr/>
          <p:nvPr>
            <p:custDataLst>
              <p:tags r:id="rId39"/>
            </p:custDataLst>
          </p:nvPr>
        </p:nvSpPr>
        <p:spPr>
          <a:xfrm>
            <a:off x="12321703" y="4671731"/>
            <a:ext cx="307975" cy="306070"/>
          </a:xfrm>
          <a:prstGeom prst="rect">
            <a:avLst/>
          </a:prstGeom>
          <a:solidFill>
            <a:srgbClr val="3B7D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3161010" y="998220"/>
            <a:ext cx="927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辅助文字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2740191" y="-368320"/>
            <a:ext cx="546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白色背景</a:t>
            </a:r>
          </a:p>
        </p:txBody>
      </p:sp>
      <p:sp>
        <p:nvSpPr>
          <p:cNvPr id="22" name="Rounded Rectangle 22"/>
          <p:cNvSpPr/>
          <p:nvPr>
            <p:custDataLst>
              <p:tags r:id="rId40"/>
            </p:custDataLst>
          </p:nvPr>
        </p:nvSpPr>
        <p:spPr>
          <a:xfrm>
            <a:off x="409115" y="6909435"/>
            <a:ext cx="307975" cy="306070"/>
          </a:xfrm>
          <a:prstGeom prst="rect">
            <a:avLst/>
          </a:prstGeom>
          <a:solidFill>
            <a:srgbClr val="F54D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3" name="Rounded Rectangle 22"/>
          <p:cNvSpPr/>
          <p:nvPr>
            <p:custDataLst>
              <p:tags r:id="rId41"/>
            </p:custDataLst>
          </p:nvPr>
        </p:nvSpPr>
        <p:spPr>
          <a:xfrm>
            <a:off x="0" y="6909435"/>
            <a:ext cx="307975" cy="306070"/>
          </a:xfrm>
          <a:prstGeom prst="rect">
            <a:avLst/>
          </a:prstGeom>
          <a:solidFill>
            <a:srgbClr val="F889A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4" name="Rounded Rectangle 22"/>
          <p:cNvSpPr/>
          <p:nvPr>
            <p:custDataLst>
              <p:tags r:id="rId42"/>
            </p:custDataLst>
          </p:nvPr>
        </p:nvSpPr>
        <p:spPr>
          <a:xfrm>
            <a:off x="1227345" y="6909435"/>
            <a:ext cx="307975" cy="306070"/>
          </a:xfrm>
          <a:prstGeom prst="rect">
            <a:avLst/>
          </a:prstGeom>
          <a:solidFill>
            <a:srgbClr val="F8A21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Rounded Rectangle 22"/>
          <p:cNvSpPr/>
          <p:nvPr>
            <p:custDataLst>
              <p:tags r:id="rId43"/>
            </p:custDataLst>
          </p:nvPr>
        </p:nvSpPr>
        <p:spPr>
          <a:xfrm>
            <a:off x="1636460" y="6909435"/>
            <a:ext cx="307975" cy="306070"/>
          </a:xfrm>
          <a:prstGeom prst="rect">
            <a:avLst/>
          </a:prstGeom>
          <a:solidFill>
            <a:srgbClr val="E3AB4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6" name="Rounded Rectangle 22"/>
          <p:cNvSpPr/>
          <p:nvPr>
            <p:custDataLst>
              <p:tags r:id="rId44"/>
            </p:custDataLst>
          </p:nvPr>
        </p:nvSpPr>
        <p:spPr>
          <a:xfrm>
            <a:off x="2454690" y="6909435"/>
            <a:ext cx="307975" cy="306070"/>
          </a:xfrm>
          <a:prstGeom prst="rect">
            <a:avLst/>
          </a:prstGeom>
          <a:solidFill>
            <a:srgbClr val="EBD86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7" name="Rounded Rectangle 22"/>
          <p:cNvSpPr/>
          <p:nvPr>
            <p:custDataLst>
              <p:tags r:id="rId45"/>
            </p:custDataLst>
          </p:nvPr>
        </p:nvSpPr>
        <p:spPr>
          <a:xfrm>
            <a:off x="2863805" y="6909435"/>
            <a:ext cx="307975" cy="306070"/>
          </a:xfrm>
          <a:prstGeom prst="rect">
            <a:avLst/>
          </a:prstGeom>
          <a:solidFill>
            <a:srgbClr val="53E0B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8" name="Rounded Rectangle 22"/>
          <p:cNvSpPr/>
          <p:nvPr>
            <p:custDataLst>
              <p:tags r:id="rId46"/>
            </p:custDataLst>
          </p:nvPr>
        </p:nvSpPr>
        <p:spPr>
          <a:xfrm>
            <a:off x="3272920" y="6909435"/>
            <a:ext cx="307975" cy="306070"/>
          </a:xfrm>
          <a:prstGeom prst="rect">
            <a:avLst/>
          </a:prstGeom>
          <a:solidFill>
            <a:srgbClr val="3EC2A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9" name="Rounded Rectangle 22"/>
          <p:cNvSpPr/>
          <p:nvPr>
            <p:custDataLst>
              <p:tags r:id="rId47"/>
            </p:custDataLst>
          </p:nvPr>
        </p:nvSpPr>
        <p:spPr>
          <a:xfrm>
            <a:off x="4909380" y="6909435"/>
            <a:ext cx="307975" cy="306070"/>
          </a:xfrm>
          <a:prstGeom prst="rect">
            <a:avLst/>
          </a:prstGeom>
          <a:solidFill>
            <a:srgbClr val="46D0F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0" name="Rounded Rectangle 22"/>
          <p:cNvSpPr/>
          <p:nvPr>
            <p:custDataLst>
              <p:tags r:id="rId48"/>
            </p:custDataLst>
          </p:nvPr>
        </p:nvSpPr>
        <p:spPr>
          <a:xfrm>
            <a:off x="5318495" y="6909435"/>
            <a:ext cx="307975" cy="306070"/>
          </a:xfrm>
          <a:prstGeom prst="rect">
            <a:avLst/>
          </a:prstGeom>
          <a:solidFill>
            <a:srgbClr val="2B5EC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1" name="Rounded Rectangle 22"/>
          <p:cNvSpPr/>
          <p:nvPr>
            <p:custDataLst>
              <p:tags r:id="rId49"/>
            </p:custDataLst>
          </p:nvPr>
        </p:nvSpPr>
        <p:spPr>
          <a:xfrm>
            <a:off x="5727610" y="6909435"/>
            <a:ext cx="307975" cy="306070"/>
          </a:xfrm>
          <a:prstGeom prst="rect">
            <a:avLst/>
          </a:prstGeom>
          <a:solidFill>
            <a:srgbClr val="225FD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2" name="Rounded Rectangle 22"/>
          <p:cNvSpPr/>
          <p:nvPr>
            <p:custDataLst>
              <p:tags r:id="rId50"/>
            </p:custDataLst>
          </p:nvPr>
        </p:nvSpPr>
        <p:spPr>
          <a:xfrm>
            <a:off x="6545840" y="6909435"/>
            <a:ext cx="307975" cy="306070"/>
          </a:xfrm>
          <a:prstGeom prst="rect">
            <a:avLst/>
          </a:prstGeom>
          <a:solidFill>
            <a:srgbClr val="5E7AF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3" name="Rounded Rectangle 22"/>
          <p:cNvSpPr/>
          <p:nvPr>
            <p:custDataLst>
              <p:tags r:id="rId51"/>
            </p:custDataLst>
          </p:nvPr>
        </p:nvSpPr>
        <p:spPr>
          <a:xfrm>
            <a:off x="6954955" y="6909435"/>
            <a:ext cx="307975" cy="306070"/>
          </a:xfrm>
          <a:prstGeom prst="rect">
            <a:avLst/>
          </a:prstGeom>
          <a:solidFill>
            <a:srgbClr val="8F7FE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4" name="Rounded Rectangle 21"/>
          <p:cNvSpPr/>
          <p:nvPr>
            <p:custDataLst>
              <p:tags r:id="rId52"/>
            </p:custDataLst>
          </p:nvPr>
        </p:nvSpPr>
        <p:spPr>
          <a:xfrm>
            <a:off x="7364064" y="6909435"/>
            <a:ext cx="307974" cy="306070"/>
          </a:xfrm>
          <a:prstGeom prst="rect">
            <a:avLst/>
          </a:prstGeom>
          <a:solidFill>
            <a:srgbClr val="5F4FBD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id-ID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500265" y="6909435"/>
            <a:ext cx="307975" cy="298735"/>
          </a:xfrm>
          <a:prstGeom prst="rect">
            <a:avLst/>
          </a:prstGeom>
          <a:solidFill>
            <a:srgbClr val="2FE0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818230" y="6909435"/>
            <a:ext cx="307975" cy="304131"/>
          </a:xfrm>
          <a:prstGeom prst="rect">
            <a:avLst/>
          </a:prstGeom>
          <a:solidFill>
            <a:srgbClr val="FF6E17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2045575" y="6909435"/>
            <a:ext cx="307975" cy="300077"/>
          </a:xfrm>
          <a:prstGeom prst="rect">
            <a:avLst/>
          </a:prstGeom>
          <a:solidFill>
            <a:srgbClr val="E5393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48" name="Rounded Rectangle 22"/>
          <p:cNvSpPr/>
          <p:nvPr>
            <p:custDataLst>
              <p:tags r:id="rId53"/>
            </p:custDataLst>
          </p:nvPr>
        </p:nvSpPr>
        <p:spPr>
          <a:xfrm>
            <a:off x="6136725" y="6909435"/>
            <a:ext cx="307975" cy="306070"/>
          </a:xfrm>
          <a:prstGeom prst="rect">
            <a:avLst/>
          </a:prstGeom>
          <a:solidFill>
            <a:srgbClr val="1B327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9" name="Rounded Rectangle 22"/>
          <p:cNvSpPr/>
          <p:nvPr>
            <p:custDataLst>
              <p:tags r:id="rId54"/>
            </p:custDataLst>
          </p:nvPr>
        </p:nvSpPr>
        <p:spPr>
          <a:xfrm>
            <a:off x="4091150" y="6909435"/>
            <a:ext cx="307975" cy="306070"/>
          </a:xfrm>
          <a:prstGeom prst="rect">
            <a:avLst/>
          </a:prstGeom>
          <a:solidFill>
            <a:srgbClr val="2C88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0" name="Rounded Rectangle 22"/>
          <p:cNvSpPr/>
          <p:nvPr>
            <p:custDataLst>
              <p:tags r:id="rId55"/>
            </p:custDataLst>
          </p:nvPr>
        </p:nvSpPr>
        <p:spPr>
          <a:xfrm>
            <a:off x="3682035" y="6909435"/>
            <a:ext cx="307975" cy="306070"/>
          </a:xfrm>
          <a:prstGeom prst="rect">
            <a:avLst/>
          </a:prstGeom>
          <a:solidFill>
            <a:srgbClr val="3B7D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6" name="圆柱形 24"/>
          <p:cNvSpPr/>
          <p:nvPr/>
        </p:nvSpPr>
        <p:spPr bwMode="auto">
          <a:xfrm rot="5400000">
            <a:off x="410845" y="7090410"/>
            <a:ext cx="294640" cy="1136650"/>
          </a:xfrm>
          <a:prstGeom prst="can">
            <a:avLst>
              <a:gd name="adj" fmla="val 45943"/>
            </a:avLst>
          </a:prstGeom>
          <a:solidFill>
            <a:schemeClr val="accent2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vert270" wrap="square" lIns="0" tIns="0" rIns="0" bIns="0" numCol="1" rtlCol="0" anchor="ctr" anchorCtr="0" compatLnSpc="1">
            <a:noAutofit/>
          </a:bodyPr>
          <a:lstStyle>
            <a:defPPr>
              <a:defRPr lang="zh-CN"/>
            </a:defPPr>
            <a:lvl1pPr marL="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AMI</a:t>
            </a:r>
            <a:r>
              <a:rPr lang="zh-CN" altLang="en-US" sz="140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相关</a:t>
            </a:r>
          </a:p>
        </p:txBody>
      </p:sp>
      <p:sp>
        <p:nvSpPr>
          <p:cNvPr id="38" name="矩形: 圆角 71"/>
          <p:cNvSpPr/>
          <p:nvPr/>
        </p:nvSpPr>
        <p:spPr bwMode="auto">
          <a:xfrm>
            <a:off x="7771765" y="7512050"/>
            <a:ext cx="1136650" cy="348615"/>
          </a:xfrm>
          <a:prstGeom prst="roundRect">
            <a:avLst>
              <a:gd name="adj" fmla="val 10269"/>
            </a:avLst>
          </a:prstGeom>
          <a:solidFill>
            <a:srgbClr val="907FE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周边系统</a:t>
            </a:r>
          </a:p>
        </p:txBody>
      </p:sp>
      <p:sp>
        <p:nvSpPr>
          <p:cNvPr id="5" name="矩形: 圆角 71"/>
          <p:cNvSpPr/>
          <p:nvPr/>
        </p:nvSpPr>
        <p:spPr bwMode="auto">
          <a:xfrm>
            <a:off x="9111615" y="7512050"/>
            <a:ext cx="1136650" cy="348615"/>
          </a:xfrm>
          <a:prstGeom prst="roundRect">
            <a:avLst>
              <a:gd name="adj" fmla="val 10270"/>
            </a:avLst>
          </a:prstGeom>
          <a:solidFill>
            <a:srgbClr val="225FD1"/>
          </a:solidFill>
          <a:ln w="63500" cmpd="sng">
            <a:noFill/>
          </a:ln>
        </p:spPr>
        <p:txBody>
          <a:bodyPr vert="horz" wrap="square" lIns="0" tIns="0" rIns="0" bIns="0" numCol="1" rtlCol="0" anchor="ctr" anchorCtr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周边系统</a:t>
            </a:r>
          </a:p>
        </p:txBody>
      </p:sp>
      <p:sp>
        <p:nvSpPr>
          <p:cNvPr id="41" name="矩形: 圆角 71"/>
          <p:cNvSpPr/>
          <p:nvPr/>
        </p:nvSpPr>
        <p:spPr bwMode="auto">
          <a:xfrm>
            <a:off x="1233170" y="7511415"/>
            <a:ext cx="1136650" cy="348615"/>
          </a:xfrm>
          <a:prstGeom prst="roundRect">
            <a:avLst>
              <a:gd name="adj" fmla="val 10269"/>
            </a:avLst>
          </a:prstGeom>
          <a:solidFill>
            <a:srgbClr val="1B3275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系统边界</a:t>
            </a:r>
          </a:p>
        </p:txBody>
      </p:sp>
      <p:sp>
        <p:nvSpPr>
          <p:cNvPr id="42" name="矩形: 圆角 71"/>
          <p:cNvSpPr/>
          <p:nvPr/>
        </p:nvSpPr>
        <p:spPr bwMode="auto">
          <a:xfrm>
            <a:off x="2545080" y="7511415"/>
            <a:ext cx="1136650" cy="348615"/>
          </a:xfrm>
          <a:prstGeom prst="roundRect">
            <a:avLst>
              <a:gd name="adj" fmla="val 10269"/>
            </a:avLst>
          </a:prstGeom>
          <a:solidFill>
            <a:srgbClr val="225FD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内部大类</a:t>
            </a:r>
          </a:p>
        </p:txBody>
      </p:sp>
      <p:sp>
        <p:nvSpPr>
          <p:cNvPr id="8" name="矩形: 圆角 71"/>
          <p:cNvSpPr/>
          <p:nvPr/>
        </p:nvSpPr>
        <p:spPr bwMode="auto">
          <a:xfrm>
            <a:off x="3772535" y="7511415"/>
            <a:ext cx="1136650" cy="348615"/>
          </a:xfrm>
          <a:prstGeom prst="roundRect">
            <a:avLst>
              <a:gd name="adj" fmla="val 10269"/>
            </a:avLst>
          </a:prstGeom>
          <a:solidFill>
            <a:srgbClr val="2B5EC7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模块</a:t>
            </a:r>
            <a:r>
              <a:rPr kumimoji="0" lang="en-US" altLang="zh-CN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/</a:t>
            </a: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组件</a:t>
            </a:r>
          </a:p>
        </p:txBody>
      </p:sp>
      <p:sp>
        <p:nvSpPr>
          <p:cNvPr id="9" name="矩形: 圆角 71"/>
          <p:cNvSpPr/>
          <p:nvPr/>
        </p:nvSpPr>
        <p:spPr bwMode="auto">
          <a:xfrm>
            <a:off x="10381615" y="7510780"/>
            <a:ext cx="1136650" cy="348615"/>
          </a:xfrm>
          <a:prstGeom prst="roundRect">
            <a:avLst>
              <a:gd name="adj" fmla="val 10270"/>
            </a:avLst>
          </a:prstGeom>
          <a:solidFill>
            <a:srgbClr val="73839D"/>
          </a:solidFill>
          <a:ln w="63500" cmpd="sng">
            <a:noFill/>
          </a:ln>
        </p:spPr>
        <p:txBody>
          <a:bodyPr vert="horz" wrap="square" lIns="0" tIns="0" rIns="0" bIns="0" numCol="1" rtlCol="0" anchor="ctr" anchorCtr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外部系统</a:t>
            </a:r>
          </a:p>
        </p:txBody>
      </p:sp>
      <p:sp>
        <p:nvSpPr>
          <p:cNvPr id="53" name="上箭头 52"/>
          <p:cNvSpPr/>
          <p:nvPr/>
        </p:nvSpPr>
        <p:spPr>
          <a:xfrm rot="5400000">
            <a:off x="5931535" y="7519035"/>
            <a:ext cx="248920" cy="364490"/>
          </a:xfrm>
          <a:prstGeom prst="upArrow">
            <a:avLst>
              <a:gd name="adj1" fmla="val 41140"/>
              <a:gd name="adj2" fmla="val 76582"/>
            </a:avLst>
          </a:prstGeom>
          <a:solidFill>
            <a:srgbClr val="2FE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6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4982845" y="7547610"/>
            <a:ext cx="915670" cy="276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spc="1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MiSans Medium" panose="00000600000000000000" charset="-122"/>
                <a:sym typeface="+mn-ea"/>
              </a:rPr>
              <a:t>内部连接</a:t>
            </a:r>
            <a:endParaRPr lang="zh-CN" altLang="en-US" sz="1200" spc="1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Inter UI" panose="020B0502030000000004" pitchFamily="34" charset="0"/>
              <a:ea typeface="黑体" panose="02010609060101010101" pitchFamily="49" charset="-122"/>
              <a:cs typeface="MiSans Medium" panose="00000600000000000000" charset="-122"/>
              <a:sym typeface="+mn-ea"/>
            </a:endParaRPr>
          </a:p>
        </p:txBody>
      </p:sp>
      <p:sp>
        <p:nvSpPr>
          <p:cNvPr id="55" name="上箭头 128"/>
          <p:cNvSpPr/>
          <p:nvPr/>
        </p:nvSpPr>
        <p:spPr>
          <a:xfrm rot="5400000">
            <a:off x="7377430" y="7503795"/>
            <a:ext cx="276860" cy="364490"/>
          </a:xfrm>
          <a:prstGeom prst="upArrow">
            <a:avLst>
              <a:gd name="adj1" fmla="val 41140"/>
              <a:gd name="adj2" fmla="val 76582"/>
            </a:avLst>
          </a:prstGeom>
          <a:solidFill>
            <a:srgbClr val="3D5A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>
                  <a:alpha val="5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6442710" y="7546975"/>
            <a:ext cx="915670" cy="276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spc="1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MiSans Medium" panose="00000600000000000000" charset="-122"/>
                <a:sym typeface="+mn-ea"/>
              </a:rPr>
              <a:t>外部连接</a:t>
            </a:r>
            <a:endParaRPr lang="zh-CN" altLang="en-US" sz="1200" spc="1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Inter UI" panose="020B0502030000000004" pitchFamily="34" charset="0"/>
              <a:ea typeface="黑体" panose="02010609060101010101" pitchFamily="49" charset="-122"/>
              <a:cs typeface="MiSans Medium" panose="00000600000000000000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12225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0" r:id="rId14"/>
    <p:sldLayoutId id="2147483791" r:id="rId15"/>
    <p:sldLayoutId id="2147483808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ounded Rectangle 22"/>
          <p:cNvSpPr/>
          <p:nvPr>
            <p:custDataLst>
              <p:tags r:id="rId17"/>
            </p:custDataLst>
          </p:nvPr>
        </p:nvSpPr>
        <p:spPr>
          <a:xfrm>
            <a:off x="12323200" y="138430"/>
            <a:ext cx="307975" cy="30607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3161010" y="138430"/>
            <a:ext cx="9277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标题文字</a:t>
            </a:r>
          </a:p>
        </p:txBody>
      </p:sp>
      <p:sp>
        <p:nvSpPr>
          <p:cNvPr id="76" name="文本框 75"/>
          <p:cNvSpPr txBox="1"/>
          <p:nvPr/>
        </p:nvSpPr>
        <p:spPr>
          <a:xfrm>
            <a:off x="12224385" y="-368320"/>
            <a:ext cx="546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深色背景</a:t>
            </a:r>
          </a:p>
        </p:txBody>
      </p:sp>
      <p:sp>
        <p:nvSpPr>
          <p:cNvPr id="77" name="Rounded Rectangle 22"/>
          <p:cNvSpPr/>
          <p:nvPr>
            <p:custDataLst>
              <p:tags r:id="rId18"/>
            </p:custDataLst>
          </p:nvPr>
        </p:nvSpPr>
        <p:spPr>
          <a:xfrm>
            <a:off x="12837160" y="138430"/>
            <a:ext cx="307975" cy="306070"/>
          </a:xfrm>
          <a:prstGeom prst="rect">
            <a:avLst/>
          </a:prstGeom>
          <a:solidFill>
            <a:srgbClr val="28376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Rounded Rectangle 22"/>
          <p:cNvSpPr/>
          <p:nvPr>
            <p:custDataLst>
              <p:tags r:id="rId19"/>
            </p:custDataLst>
          </p:nvPr>
        </p:nvSpPr>
        <p:spPr>
          <a:xfrm>
            <a:off x="12323200" y="568325"/>
            <a:ext cx="307975" cy="30607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9" name="Rounded Rectangle 22"/>
          <p:cNvSpPr/>
          <p:nvPr>
            <p:custDataLst>
              <p:tags r:id="rId20"/>
            </p:custDataLst>
          </p:nvPr>
        </p:nvSpPr>
        <p:spPr>
          <a:xfrm>
            <a:off x="12837160" y="568325"/>
            <a:ext cx="307975" cy="306070"/>
          </a:xfrm>
          <a:prstGeom prst="rect">
            <a:avLst/>
          </a:prstGeom>
          <a:solidFill>
            <a:srgbClr val="4150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13161010" y="583565"/>
            <a:ext cx="927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正文文字</a:t>
            </a:r>
          </a:p>
        </p:txBody>
      </p:sp>
      <p:sp>
        <p:nvSpPr>
          <p:cNvPr id="81" name="Rounded Rectangle 22"/>
          <p:cNvSpPr/>
          <p:nvPr>
            <p:custDataLst>
              <p:tags r:id="rId21"/>
            </p:custDataLst>
          </p:nvPr>
        </p:nvSpPr>
        <p:spPr>
          <a:xfrm>
            <a:off x="12323200" y="998220"/>
            <a:ext cx="307975" cy="306070"/>
          </a:xfrm>
          <a:prstGeom prst="rect">
            <a:avLst/>
          </a:prstGeom>
          <a:solidFill>
            <a:srgbClr val="D9D9D9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5" name="Rounded Rectangle 22"/>
          <p:cNvSpPr/>
          <p:nvPr>
            <p:custDataLst>
              <p:tags r:id="rId22"/>
            </p:custDataLst>
          </p:nvPr>
        </p:nvSpPr>
        <p:spPr>
          <a:xfrm>
            <a:off x="12837160" y="998220"/>
            <a:ext cx="307975" cy="306070"/>
          </a:xfrm>
          <a:prstGeom prst="rect">
            <a:avLst/>
          </a:prstGeom>
          <a:solidFill>
            <a:srgbClr val="80808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Rounded Rectangle 22"/>
          <p:cNvSpPr/>
          <p:nvPr>
            <p:custDataLst>
              <p:tags r:id="rId23"/>
            </p:custDataLst>
          </p:nvPr>
        </p:nvSpPr>
        <p:spPr>
          <a:xfrm>
            <a:off x="12323200" y="2434846"/>
            <a:ext cx="307975" cy="306070"/>
          </a:xfrm>
          <a:prstGeom prst="rect">
            <a:avLst/>
          </a:prstGeom>
          <a:solidFill>
            <a:srgbClr val="F54D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0" name="Rounded Rectangle 22"/>
          <p:cNvSpPr/>
          <p:nvPr>
            <p:custDataLst>
              <p:tags r:id="rId24"/>
            </p:custDataLst>
          </p:nvPr>
        </p:nvSpPr>
        <p:spPr>
          <a:xfrm>
            <a:off x="12323200" y="2060566"/>
            <a:ext cx="307975" cy="306070"/>
          </a:xfrm>
          <a:prstGeom prst="rect">
            <a:avLst/>
          </a:prstGeom>
          <a:solidFill>
            <a:srgbClr val="F889A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1" name="Rounded Rectangle 22"/>
          <p:cNvSpPr/>
          <p:nvPr>
            <p:custDataLst>
              <p:tags r:id="rId25"/>
            </p:custDataLst>
          </p:nvPr>
        </p:nvSpPr>
        <p:spPr>
          <a:xfrm>
            <a:off x="12323200" y="3183406"/>
            <a:ext cx="307975" cy="306070"/>
          </a:xfrm>
          <a:prstGeom prst="rect">
            <a:avLst/>
          </a:prstGeom>
          <a:solidFill>
            <a:srgbClr val="F8A21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2" name="Rounded Rectangle 22"/>
          <p:cNvSpPr/>
          <p:nvPr>
            <p:custDataLst>
              <p:tags r:id="rId26"/>
            </p:custDataLst>
          </p:nvPr>
        </p:nvSpPr>
        <p:spPr>
          <a:xfrm>
            <a:off x="12707079" y="3183406"/>
            <a:ext cx="307975" cy="306070"/>
          </a:xfrm>
          <a:prstGeom prst="rect">
            <a:avLst/>
          </a:prstGeom>
          <a:solidFill>
            <a:srgbClr val="E3AB4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3" name="Rounded Rectangle 22"/>
          <p:cNvSpPr/>
          <p:nvPr>
            <p:custDataLst>
              <p:tags r:id="rId27"/>
            </p:custDataLst>
          </p:nvPr>
        </p:nvSpPr>
        <p:spPr>
          <a:xfrm>
            <a:off x="12707079" y="3554233"/>
            <a:ext cx="307975" cy="306070"/>
          </a:xfrm>
          <a:prstGeom prst="rect">
            <a:avLst/>
          </a:prstGeom>
          <a:solidFill>
            <a:srgbClr val="EBD86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4" name="Rounded Rectangle 22"/>
          <p:cNvSpPr/>
          <p:nvPr>
            <p:custDataLst>
              <p:tags r:id="rId28"/>
            </p:custDataLst>
          </p:nvPr>
        </p:nvSpPr>
        <p:spPr>
          <a:xfrm>
            <a:off x="12323200" y="3931966"/>
            <a:ext cx="307975" cy="306070"/>
          </a:xfrm>
          <a:prstGeom prst="rect">
            <a:avLst/>
          </a:prstGeom>
          <a:solidFill>
            <a:srgbClr val="53E0B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5" name="Rounded Rectangle 22"/>
          <p:cNvSpPr/>
          <p:nvPr>
            <p:custDataLst>
              <p:tags r:id="rId29"/>
            </p:custDataLst>
          </p:nvPr>
        </p:nvSpPr>
        <p:spPr>
          <a:xfrm>
            <a:off x="12323200" y="4306246"/>
            <a:ext cx="307975" cy="306070"/>
          </a:xfrm>
          <a:prstGeom prst="rect">
            <a:avLst/>
          </a:prstGeom>
          <a:solidFill>
            <a:srgbClr val="3EC2A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6" name="Rounded Rectangle 22"/>
          <p:cNvSpPr/>
          <p:nvPr>
            <p:custDataLst>
              <p:tags r:id="rId30"/>
            </p:custDataLst>
          </p:nvPr>
        </p:nvSpPr>
        <p:spPr>
          <a:xfrm>
            <a:off x="12710663" y="5047748"/>
            <a:ext cx="307975" cy="306070"/>
          </a:xfrm>
          <a:prstGeom prst="rect">
            <a:avLst/>
          </a:prstGeom>
          <a:solidFill>
            <a:srgbClr val="46D0F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8" name="Rounded Rectangle 22"/>
          <p:cNvSpPr/>
          <p:nvPr>
            <p:custDataLst>
              <p:tags r:id="rId31"/>
            </p:custDataLst>
          </p:nvPr>
        </p:nvSpPr>
        <p:spPr>
          <a:xfrm>
            <a:off x="12323200" y="5429086"/>
            <a:ext cx="307975" cy="306070"/>
          </a:xfrm>
          <a:prstGeom prst="rect">
            <a:avLst/>
          </a:prstGeom>
          <a:solidFill>
            <a:srgbClr val="2B5EC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9" name="Rounded Rectangle 22"/>
          <p:cNvSpPr/>
          <p:nvPr>
            <p:custDataLst>
              <p:tags r:id="rId32"/>
            </p:custDataLst>
          </p:nvPr>
        </p:nvSpPr>
        <p:spPr>
          <a:xfrm>
            <a:off x="12323200" y="5803366"/>
            <a:ext cx="307975" cy="306070"/>
          </a:xfrm>
          <a:prstGeom prst="rect">
            <a:avLst/>
          </a:prstGeom>
          <a:solidFill>
            <a:srgbClr val="225FD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Rounded Rectangle 22"/>
          <p:cNvSpPr/>
          <p:nvPr>
            <p:custDataLst>
              <p:tags r:id="rId33"/>
            </p:custDataLst>
          </p:nvPr>
        </p:nvSpPr>
        <p:spPr>
          <a:xfrm>
            <a:off x="12323200" y="6177646"/>
            <a:ext cx="307975" cy="306070"/>
          </a:xfrm>
          <a:prstGeom prst="rect">
            <a:avLst/>
          </a:prstGeom>
          <a:solidFill>
            <a:srgbClr val="5E7AF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Rounded Rectangle 22"/>
          <p:cNvSpPr/>
          <p:nvPr>
            <p:custDataLst>
              <p:tags r:id="rId34"/>
            </p:custDataLst>
          </p:nvPr>
        </p:nvSpPr>
        <p:spPr>
          <a:xfrm>
            <a:off x="12323200" y="6551930"/>
            <a:ext cx="307975" cy="306070"/>
          </a:xfrm>
          <a:prstGeom prst="rect">
            <a:avLst/>
          </a:prstGeom>
          <a:solidFill>
            <a:srgbClr val="8F7FE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815845" y="9008232"/>
            <a:ext cx="1572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在这占位</a:t>
            </a:r>
            <a:endParaRPr lang="en-US" altLang="zh-CN" sz="120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防止轻易跨页滚动</a:t>
            </a:r>
          </a:p>
        </p:txBody>
      </p:sp>
      <p:sp>
        <p:nvSpPr>
          <p:cNvPr id="7" name="Rounded Rectangle 21"/>
          <p:cNvSpPr/>
          <p:nvPr>
            <p:custDataLst>
              <p:tags r:id="rId35"/>
            </p:custDataLst>
          </p:nvPr>
        </p:nvSpPr>
        <p:spPr>
          <a:xfrm>
            <a:off x="12707083" y="6551930"/>
            <a:ext cx="307974" cy="306070"/>
          </a:xfrm>
          <a:prstGeom prst="rect">
            <a:avLst/>
          </a:prstGeom>
          <a:solidFill>
            <a:srgbClr val="5F4FBD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id-ID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2321703" y="5052467"/>
            <a:ext cx="307975" cy="298735"/>
          </a:xfrm>
          <a:prstGeom prst="rect">
            <a:avLst/>
          </a:prstGeom>
          <a:solidFill>
            <a:srgbClr val="2FE0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2323200" y="2801697"/>
            <a:ext cx="307975" cy="304131"/>
          </a:xfrm>
          <a:prstGeom prst="rect">
            <a:avLst/>
          </a:prstGeom>
          <a:solidFill>
            <a:srgbClr val="FF6E17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2323199" y="3560226"/>
            <a:ext cx="307975" cy="300077"/>
          </a:xfrm>
          <a:prstGeom prst="rect">
            <a:avLst/>
          </a:prstGeom>
          <a:solidFill>
            <a:srgbClr val="E5393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6" name="Rounded Rectangle 22"/>
          <p:cNvSpPr/>
          <p:nvPr>
            <p:custDataLst>
              <p:tags r:id="rId36"/>
            </p:custDataLst>
          </p:nvPr>
        </p:nvSpPr>
        <p:spPr>
          <a:xfrm>
            <a:off x="12707080" y="5803366"/>
            <a:ext cx="307975" cy="306070"/>
          </a:xfrm>
          <a:prstGeom prst="rect">
            <a:avLst/>
          </a:prstGeom>
          <a:solidFill>
            <a:srgbClr val="1B327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Rounded Rectangle 22"/>
          <p:cNvSpPr/>
          <p:nvPr>
            <p:custDataLst>
              <p:tags r:id="rId37"/>
            </p:custDataLst>
          </p:nvPr>
        </p:nvSpPr>
        <p:spPr>
          <a:xfrm>
            <a:off x="12705584" y="4671211"/>
            <a:ext cx="307975" cy="306070"/>
          </a:xfrm>
          <a:prstGeom prst="rect">
            <a:avLst/>
          </a:prstGeom>
          <a:solidFill>
            <a:srgbClr val="2C88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4" name="Rounded Rectangle 22"/>
          <p:cNvSpPr/>
          <p:nvPr>
            <p:custDataLst>
              <p:tags r:id="rId38"/>
            </p:custDataLst>
          </p:nvPr>
        </p:nvSpPr>
        <p:spPr>
          <a:xfrm>
            <a:off x="12321703" y="4671731"/>
            <a:ext cx="307975" cy="306070"/>
          </a:xfrm>
          <a:prstGeom prst="rect">
            <a:avLst/>
          </a:prstGeom>
          <a:solidFill>
            <a:srgbClr val="3B7D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3161010" y="998220"/>
            <a:ext cx="927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辅助文字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2740191" y="-368320"/>
            <a:ext cx="546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白色背景</a:t>
            </a:r>
          </a:p>
        </p:txBody>
      </p:sp>
      <p:sp>
        <p:nvSpPr>
          <p:cNvPr id="22" name="Rounded Rectangle 22"/>
          <p:cNvSpPr/>
          <p:nvPr>
            <p:custDataLst>
              <p:tags r:id="rId39"/>
            </p:custDataLst>
          </p:nvPr>
        </p:nvSpPr>
        <p:spPr>
          <a:xfrm>
            <a:off x="409115" y="6909435"/>
            <a:ext cx="307975" cy="306070"/>
          </a:xfrm>
          <a:prstGeom prst="rect">
            <a:avLst/>
          </a:prstGeom>
          <a:solidFill>
            <a:srgbClr val="F54D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3" name="Rounded Rectangle 22"/>
          <p:cNvSpPr/>
          <p:nvPr>
            <p:custDataLst>
              <p:tags r:id="rId40"/>
            </p:custDataLst>
          </p:nvPr>
        </p:nvSpPr>
        <p:spPr>
          <a:xfrm>
            <a:off x="0" y="6909435"/>
            <a:ext cx="307975" cy="306070"/>
          </a:xfrm>
          <a:prstGeom prst="rect">
            <a:avLst/>
          </a:prstGeom>
          <a:solidFill>
            <a:srgbClr val="F889A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4" name="Rounded Rectangle 22"/>
          <p:cNvSpPr/>
          <p:nvPr>
            <p:custDataLst>
              <p:tags r:id="rId41"/>
            </p:custDataLst>
          </p:nvPr>
        </p:nvSpPr>
        <p:spPr>
          <a:xfrm>
            <a:off x="1227345" y="6909435"/>
            <a:ext cx="307975" cy="306070"/>
          </a:xfrm>
          <a:prstGeom prst="rect">
            <a:avLst/>
          </a:prstGeom>
          <a:solidFill>
            <a:srgbClr val="F8A21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Rounded Rectangle 22"/>
          <p:cNvSpPr/>
          <p:nvPr>
            <p:custDataLst>
              <p:tags r:id="rId42"/>
            </p:custDataLst>
          </p:nvPr>
        </p:nvSpPr>
        <p:spPr>
          <a:xfrm>
            <a:off x="1636460" y="6909435"/>
            <a:ext cx="307975" cy="306070"/>
          </a:xfrm>
          <a:prstGeom prst="rect">
            <a:avLst/>
          </a:prstGeom>
          <a:solidFill>
            <a:srgbClr val="E3AB4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6" name="Rounded Rectangle 22"/>
          <p:cNvSpPr/>
          <p:nvPr>
            <p:custDataLst>
              <p:tags r:id="rId43"/>
            </p:custDataLst>
          </p:nvPr>
        </p:nvSpPr>
        <p:spPr>
          <a:xfrm>
            <a:off x="2454690" y="6909435"/>
            <a:ext cx="307975" cy="306070"/>
          </a:xfrm>
          <a:prstGeom prst="rect">
            <a:avLst/>
          </a:prstGeom>
          <a:solidFill>
            <a:srgbClr val="EBD86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7" name="Rounded Rectangle 22"/>
          <p:cNvSpPr/>
          <p:nvPr>
            <p:custDataLst>
              <p:tags r:id="rId44"/>
            </p:custDataLst>
          </p:nvPr>
        </p:nvSpPr>
        <p:spPr>
          <a:xfrm>
            <a:off x="2863805" y="6909435"/>
            <a:ext cx="307975" cy="306070"/>
          </a:xfrm>
          <a:prstGeom prst="rect">
            <a:avLst/>
          </a:prstGeom>
          <a:solidFill>
            <a:srgbClr val="53E0B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8" name="Rounded Rectangle 22"/>
          <p:cNvSpPr/>
          <p:nvPr>
            <p:custDataLst>
              <p:tags r:id="rId45"/>
            </p:custDataLst>
          </p:nvPr>
        </p:nvSpPr>
        <p:spPr>
          <a:xfrm>
            <a:off x="3272920" y="6909435"/>
            <a:ext cx="307975" cy="306070"/>
          </a:xfrm>
          <a:prstGeom prst="rect">
            <a:avLst/>
          </a:prstGeom>
          <a:solidFill>
            <a:srgbClr val="3EC2A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9" name="Rounded Rectangle 22"/>
          <p:cNvSpPr/>
          <p:nvPr>
            <p:custDataLst>
              <p:tags r:id="rId46"/>
            </p:custDataLst>
          </p:nvPr>
        </p:nvSpPr>
        <p:spPr>
          <a:xfrm>
            <a:off x="4909380" y="6909435"/>
            <a:ext cx="307975" cy="306070"/>
          </a:xfrm>
          <a:prstGeom prst="rect">
            <a:avLst/>
          </a:prstGeom>
          <a:solidFill>
            <a:srgbClr val="46D0F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0" name="Rounded Rectangle 22"/>
          <p:cNvSpPr/>
          <p:nvPr>
            <p:custDataLst>
              <p:tags r:id="rId47"/>
            </p:custDataLst>
          </p:nvPr>
        </p:nvSpPr>
        <p:spPr>
          <a:xfrm>
            <a:off x="5318495" y="6909435"/>
            <a:ext cx="307975" cy="306070"/>
          </a:xfrm>
          <a:prstGeom prst="rect">
            <a:avLst/>
          </a:prstGeom>
          <a:solidFill>
            <a:srgbClr val="2B5EC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1" name="Rounded Rectangle 22"/>
          <p:cNvSpPr/>
          <p:nvPr>
            <p:custDataLst>
              <p:tags r:id="rId48"/>
            </p:custDataLst>
          </p:nvPr>
        </p:nvSpPr>
        <p:spPr>
          <a:xfrm>
            <a:off x="5727610" y="6909435"/>
            <a:ext cx="307975" cy="306070"/>
          </a:xfrm>
          <a:prstGeom prst="rect">
            <a:avLst/>
          </a:prstGeom>
          <a:solidFill>
            <a:srgbClr val="225FD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2" name="Rounded Rectangle 22"/>
          <p:cNvSpPr/>
          <p:nvPr>
            <p:custDataLst>
              <p:tags r:id="rId49"/>
            </p:custDataLst>
          </p:nvPr>
        </p:nvSpPr>
        <p:spPr>
          <a:xfrm>
            <a:off x="6545840" y="6909435"/>
            <a:ext cx="307975" cy="306070"/>
          </a:xfrm>
          <a:prstGeom prst="rect">
            <a:avLst/>
          </a:prstGeom>
          <a:solidFill>
            <a:srgbClr val="5E7AF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3" name="Rounded Rectangle 22"/>
          <p:cNvSpPr/>
          <p:nvPr>
            <p:custDataLst>
              <p:tags r:id="rId50"/>
            </p:custDataLst>
          </p:nvPr>
        </p:nvSpPr>
        <p:spPr>
          <a:xfrm>
            <a:off x="6954955" y="6909435"/>
            <a:ext cx="307975" cy="306070"/>
          </a:xfrm>
          <a:prstGeom prst="rect">
            <a:avLst/>
          </a:prstGeom>
          <a:solidFill>
            <a:srgbClr val="8F7FE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4" name="Rounded Rectangle 21"/>
          <p:cNvSpPr/>
          <p:nvPr>
            <p:custDataLst>
              <p:tags r:id="rId51"/>
            </p:custDataLst>
          </p:nvPr>
        </p:nvSpPr>
        <p:spPr>
          <a:xfrm>
            <a:off x="7364064" y="6909435"/>
            <a:ext cx="307974" cy="306070"/>
          </a:xfrm>
          <a:prstGeom prst="rect">
            <a:avLst/>
          </a:prstGeom>
          <a:solidFill>
            <a:srgbClr val="5F4FBD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id-ID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500265" y="6909435"/>
            <a:ext cx="307975" cy="298735"/>
          </a:xfrm>
          <a:prstGeom prst="rect">
            <a:avLst/>
          </a:prstGeom>
          <a:solidFill>
            <a:srgbClr val="2FE0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818230" y="6909435"/>
            <a:ext cx="307975" cy="304131"/>
          </a:xfrm>
          <a:prstGeom prst="rect">
            <a:avLst/>
          </a:prstGeom>
          <a:solidFill>
            <a:srgbClr val="FF6E17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2045575" y="6909435"/>
            <a:ext cx="307975" cy="300077"/>
          </a:xfrm>
          <a:prstGeom prst="rect">
            <a:avLst/>
          </a:prstGeom>
          <a:solidFill>
            <a:srgbClr val="E5393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48" name="Rounded Rectangle 22"/>
          <p:cNvSpPr/>
          <p:nvPr>
            <p:custDataLst>
              <p:tags r:id="rId52"/>
            </p:custDataLst>
          </p:nvPr>
        </p:nvSpPr>
        <p:spPr>
          <a:xfrm>
            <a:off x="6136725" y="6909435"/>
            <a:ext cx="307975" cy="306070"/>
          </a:xfrm>
          <a:prstGeom prst="rect">
            <a:avLst/>
          </a:prstGeom>
          <a:solidFill>
            <a:srgbClr val="1B327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9" name="Rounded Rectangle 22"/>
          <p:cNvSpPr/>
          <p:nvPr>
            <p:custDataLst>
              <p:tags r:id="rId53"/>
            </p:custDataLst>
          </p:nvPr>
        </p:nvSpPr>
        <p:spPr>
          <a:xfrm>
            <a:off x="4091150" y="6909435"/>
            <a:ext cx="307975" cy="306070"/>
          </a:xfrm>
          <a:prstGeom prst="rect">
            <a:avLst/>
          </a:prstGeom>
          <a:solidFill>
            <a:srgbClr val="2C88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0" name="Rounded Rectangle 22"/>
          <p:cNvSpPr/>
          <p:nvPr>
            <p:custDataLst>
              <p:tags r:id="rId54"/>
            </p:custDataLst>
          </p:nvPr>
        </p:nvSpPr>
        <p:spPr>
          <a:xfrm>
            <a:off x="3682035" y="6909435"/>
            <a:ext cx="307975" cy="306070"/>
          </a:xfrm>
          <a:prstGeom prst="rect">
            <a:avLst/>
          </a:prstGeom>
          <a:solidFill>
            <a:srgbClr val="3B7D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6" name="圆柱形 24"/>
          <p:cNvSpPr/>
          <p:nvPr/>
        </p:nvSpPr>
        <p:spPr bwMode="auto">
          <a:xfrm rot="5400000">
            <a:off x="410845" y="7090410"/>
            <a:ext cx="294640" cy="1136650"/>
          </a:xfrm>
          <a:prstGeom prst="can">
            <a:avLst>
              <a:gd name="adj" fmla="val 45943"/>
            </a:avLst>
          </a:prstGeom>
          <a:solidFill>
            <a:schemeClr val="accent2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vert270" wrap="square" lIns="0" tIns="0" rIns="0" bIns="0" numCol="1" rtlCol="0" anchor="ctr" anchorCtr="0" compatLnSpc="1">
            <a:noAutofit/>
          </a:bodyPr>
          <a:lstStyle>
            <a:defPPr>
              <a:defRPr lang="zh-CN"/>
            </a:defPPr>
            <a:lvl1pPr marL="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AMI</a:t>
            </a:r>
            <a:r>
              <a:rPr lang="zh-CN" altLang="en-US" sz="140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相关</a:t>
            </a:r>
          </a:p>
        </p:txBody>
      </p:sp>
      <p:sp>
        <p:nvSpPr>
          <p:cNvPr id="38" name="矩形: 圆角 71"/>
          <p:cNvSpPr/>
          <p:nvPr/>
        </p:nvSpPr>
        <p:spPr bwMode="auto">
          <a:xfrm>
            <a:off x="7771765" y="7512050"/>
            <a:ext cx="1136650" cy="348615"/>
          </a:xfrm>
          <a:prstGeom prst="roundRect">
            <a:avLst>
              <a:gd name="adj" fmla="val 10269"/>
            </a:avLst>
          </a:prstGeom>
          <a:solidFill>
            <a:srgbClr val="907FE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周边系统</a:t>
            </a:r>
          </a:p>
        </p:txBody>
      </p:sp>
      <p:sp>
        <p:nvSpPr>
          <p:cNvPr id="5" name="矩形: 圆角 71"/>
          <p:cNvSpPr/>
          <p:nvPr/>
        </p:nvSpPr>
        <p:spPr bwMode="auto">
          <a:xfrm>
            <a:off x="9111615" y="7512050"/>
            <a:ext cx="1136650" cy="348615"/>
          </a:xfrm>
          <a:prstGeom prst="roundRect">
            <a:avLst>
              <a:gd name="adj" fmla="val 10270"/>
            </a:avLst>
          </a:prstGeom>
          <a:solidFill>
            <a:srgbClr val="225FD1"/>
          </a:solidFill>
          <a:ln w="63500" cmpd="sng">
            <a:noFill/>
          </a:ln>
        </p:spPr>
        <p:txBody>
          <a:bodyPr vert="horz" wrap="square" lIns="0" tIns="0" rIns="0" bIns="0" numCol="1" rtlCol="0" anchor="ctr" anchorCtr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周边系统</a:t>
            </a:r>
          </a:p>
        </p:txBody>
      </p:sp>
      <p:sp>
        <p:nvSpPr>
          <p:cNvPr id="41" name="矩形: 圆角 71"/>
          <p:cNvSpPr/>
          <p:nvPr/>
        </p:nvSpPr>
        <p:spPr bwMode="auto">
          <a:xfrm>
            <a:off x="1233170" y="7511415"/>
            <a:ext cx="1136650" cy="348615"/>
          </a:xfrm>
          <a:prstGeom prst="roundRect">
            <a:avLst>
              <a:gd name="adj" fmla="val 10269"/>
            </a:avLst>
          </a:prstGeom>
          <a:solidFill>
            <a:srgbClr val="1B3275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系统边界</a:t>
            </a:r>
          </a:p>
        </p:txBody>
      </p:sp>
      <p:sp>
        <p:nvSpPr>
          <p:cNvPr id="42" name="矩形: 圆角 71"/>
          <p:cNvSpPr/>
          <p:nvPr/>
        </p:nvSpPr>
        <p:spPr bwMode="auto">
          <a:xfrm>
            <a:off x="2545080" y="7511415"/>
            <a:ext cx="1136650" cy="348615"/>
          </a:xfrm>
          <a:prstGeom prst="roundRect">
            <a:avLst>
              <a:gd name="adj" fmla="val 10269"/>
            </a:avLst>
          </a:prstGeom>
          <a:solidFill>
            <a:srgbClr val="225FD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内部大类</a:t>
            </a:r>
          </a:p>
        </p:txBody>
      </p:sp>
      <p:sp>
        <p:nvSpPr>
          <p:cNvPr id="8" name="矩形: 圆角 71"/>
          <p:cNvSpPr/>
          <p:nvPr/>
        </p:nvSpPr>
        <p:spPr bwMode="auto">
          <a:xfrm>
            <a:off x="3772535" y="7511415"/>
            <a:ext cx="1136650" cy="348615"/>
          </a:xfrm>
          <a:prstGeom prst="roundRect">
            <a:avLst>
              <a:gd name="adj" fmla="val 10269"/>
            </a:avLst>
          </a:prstGeom>
          <a:solidFill>
            <a:srgbClr val="2B5EC7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模块</a:t>
            </a:r>
            <a:r>
              <a:rPr kumimoji="0" lang="en-US" altLang="zh-CN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/</a:t>
            </a: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组件</a:t>
            </a:r>
          </a:p>
        </p:txBody>
      </p:sp>
      <p:sp>
        <p:nvSpPr>
          <p:cNvPr id="9" name="矩形: 圆角 71"/>
          <p:cNvSpPr/>
          <p:nvPr/>
        </p:nvSpPr>
        <p:spPr bwMode="auto">
          <a:xfrm>
            <a:off x="10381615" y="7510780"/>
            <a:ext cx="1136650" cy="348615"/>
          </a:xfrm>
          <a:prstGeom prst="roundRect">
            <a:avLst>
              <a:gd name="adj" fmla="val 10270"/>
            </a:avLst>
          </a:prstGeom>
          <a:solidFill>
            <a:srgbClr val="73839D"/>
          </a:solidFill>
          <a:ln w="63500" cmpd="sng">
            <a:noFill/>
          </a:ln>
        </p:spPr>
        <p:txBody>
          <a:bodyPr vert="horz" wrap="square" lIns="0" tIns="0" rIns="0" bIns="0" numCol="1" rtlCol="0" anchor="ctr" anchorCtr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外部系统</a:t>
            </a:r>
          </a:p>
        </p:txBody>
      </p:sp>
      <p:sp>
        <p:nvSpPr>
          <p:cNvPr id="53" name="上箭头 52"/>
          <p:cNvSpPr/>
          <p:nvPr/>
        </p:nvSpPr>
        <p:spPr>
          <a:xfrm rot="5400000">
            <a:off x="5931535" y="7519035"/>
            <a:ext cx="248920" cy="364490"/>
          </a:xfrm>
          <a:prstGeom prst="upArrow">
            <a:avLst>
              <a:gd name="adj1" fmla="val 41140"/>
              <a:gd name="adj2" fmla="val 76582"/>
            </a:avLst>
          </a:prstGeom>
          <a:solidFill>
            <a:srgbClr val="2FE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6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4982845" y="7547610"/>
            <a:ext cx="915670" cy="276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spc="1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MiSans Medium" panose="00000600000000000000" charset="-122"/>
                <a:sym typeface="+mn-ea"/>
              </a:rPr>
              <a:t>内部连接</a:t>
            </a:r>
            <a:endParaRPr lang="zh-CN" altLang="en-US" sz="1200" spc="1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Inter UI" panose="020B0502030000000004" pitchFamily="34" charset="0"/>
              <a:ea typeface="黑体" panose="02010609060101010101" pitchFamily="49" charset="-122"/>
              <a:cs typeface="MiSans Medium" panose="00000600000000000000" charset="-122"/>
              <a:sym typeface="+mn-ea"/>
            </a:endParaRPr>
          </a:p>
        </p:txBody>
      </p:sp>
      <p:sp>
        <p:nvSpPr>
          <p:cNvPr id="55" name="上箭头 128"/>
          <p:cNvSpPr/>
          <p:nvPr/>
        </p:nvSpPr>
        <p:spPr>
          <a:xfrm rot="5400000">
            <a:off x="7377430" y="7503795"/>
            <a:ext cx="276860" cy="364490"/>
          </a:xfrm>
          <a:prstGeom prst="upArrow">
            <a:avLst>
              <a:gd name="adj1" fmla="val 41140"/>
              <a:gd name="adj2" fmla="val 76582"/>
            </a:avLst>
          </a:prstGeom>
          <a:solidFill>
            <a:srgbClr val="3D5A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>
                  <a:alpha val="5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6442710" y="7546975"/>
            <a:ext cx="915670" cy="276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spc="1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MiSans Medium" panose="00000600000000000000" charset="-122"/>
                <a:sym typeface="+mn-ea"/>
              </a:rPr>
              <a:t>外部连接</a:t>
            </a:r>
            <a:endParaRPr lang="zh-CN" altLang="en-US" sz="1200" spc="1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Inter UI" panose="020B0502030000000004" pitchFamily="34" charset="0"/>
              <a:ea typeface="黑体" panose="02010609060101010101" pitchFamily="49" charset="-122"/>
              <a:cs typeface="MiSans Medium" panose="00000600000000000000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86320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ounded Rectangle 22"/>
          <p:cNvSpPr/>
          <p:nvPr>
            <p:custDataLst>
              <p:tags r:id="rId23"/>
            </p:custDataLst>
          </p:nvPr>
        </p:nvSpPr>
        <p:spPr>
          <a:xfrm>
            <a:off x="12323200" y="138430"/>
            <a:ext cx="307975" cy="30607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3218160" y="138430"/>
            <a:ext cx="10494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标题文字色</a:t>
            </a:r>
          </a:p>
        </p:txBody>
      </p:sp>
      <p:sp>
        <p:nvSpPr>
          <p:cNvPr id="76" name="文本框 75"/>
          <p:cNvSpPr txBox="1"/>
          <p:nvPr/>
        </p:nvSpPr>
        <p:spPr>
          <a:xfrm>
            <a:off x="12224385" y="-368320"/>
            <a:ext cx="546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深色背景</a:t>
            </a:r>
          </a:p>
        </p:txBody>
      </p:sp>
      <p:sp>
        <p:nvSpPr>
          <p:cNvPr id="77" name="Rounded Rectangle 22"/>
          <p:cNvSpPr/>
          <p:nvPr>
            <p:custDataLst>
              <p:tags r:id="rId24"/>
            </p:custDataLst>
          </p:nvPr>
        </p:nvSpPr>
        <p:spPr>
          <a:xfrm>
            <a:off x="12837160" y="138430"/>
            <a:ext cx="307975" cy="306070"/>
          </a:xfrm>
          <a:prstGeom prst="rect">
            <a:avLst/>
          </a:prstGeom>
          <a:solidFill>
            <a:srgbClr val="28366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8" name="Rounded Rectangle 22"/>
          <p:cNvSpPr/>
          <p:nvPr>
            <p:custDataLst>
              <p:tags r:id="rId25"/>
            </p:custDataLst>
          </p:nvPr>
        </p:nvSpPr>
        <p:spPr>
          <a:xfrm>
            <a:off x="12323200" y="568325"/>
            <a:ext cx="307975" cy="30607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79" name="Rounded Rectangle 22"/>
          <p:cNvSpPr/>
          <p:nvPr>
            <p:custDataLst>
              <p:tags r:id="rId26"/>
            </p:custDataLst>
          </p:nvPr>
        </p:nvSpPr>
        <p:spPr>
          <a:xfrm>
            <a:off x="12837160" y="568325"/>
            <a:ext cx="307975" cy="306070"/>
          </a:xfrm>
          <a:prstGeom prst="rect">
            <a:avLst/>
          </a:prstGeom>
          <a:solidFill>
            <a:srgbClr val="28366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 algn="ctr"/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13218160" y="583565"/>
            <a:ext cx="11176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正文文字色</a:t>
            </a:r>
          </a:p>
        </p:txBody>
      </p:sp>
      <p:sp>
        <p:nvSpPr>
          <p:cNvPr id="81" name="Rounded Rectangle 22"/>
          <p:cNvSpPr/>
          <p:nvPr>
            <p:custDataLst>
              <p:tags r:id="rId27"/>
            </p:custDataLst>
          </p:nvPr>
        </p:nvSpPr>
        <p:spPr>
          <a:xfrm>
            <a:off x="12323200" y="998220"/>
            <a:ext cx="307975" cy="306070"/>
          </a:xfrm>
          <a:prstGeom prst="rect">
            <a:avLst/>
          </a:prstGeom>
          <a:solidFill>
            <a:srgbClr val="D9D9D9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85" name="Rounded Rectangle 22"/>
          <p:cNvSpPr/>
          <p:nvPr>
            <p:custDataLst>
              <p:tags r:id="rId28"/>
            </p:custDataLst>
          </p:nvPr>
        </p:nvSpPr>
        <p:spPr>
          <a:xfrm>
            <a:off x="12837160" y="998220"/>
            <a:ext cx="307975" cy="306070"/>
          </a:xfrm>
          <a:prstGeom prst="rect">
            <a:avLst/>
          </a:prstGeom>
          <a:solidFill>
            <a:srgbClr val="4150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 algn="ctr"/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321332" y="9008232"/>
            <a:ext cx="1572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在这占位</a:t>
            </a:r>
            <a:endParaRPr lang="en-US" altLang="zh-CN" sz="120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/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防止轻易跨页滚动</a:t>
            </a:r>
          </a:p>
        </p:txBody>
      </p:sp>
      <p:sp>
        <p:nvSpPr>
          <p:cNvPr id="88" name="Rounded Rectangle 22"/>
          <p:cNvSpPr/>
          <p:nvPr>
            <p:custDataLst>
              <p:tags r:id="rId29"/>
            </p:custDataLst>
          </p:nvPr>
        </p:nvSpPr>
        <p:spPr>
          <a:xfrm>
            <a:off x="12321332" y="2274094"/>
            <a:ext cx="307975" cy="306070"/>
          </a:xfrm>
          <a:prstGeom prst="rect">
            <a:avLst/>
          </a:prstGeom>
          <a:solidFill>
            <a:srgbClr val="F54D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90" name="Rounded Rectangle 22"/>
          <p:cNvSpPr/>
          <p:nvPr>
            <p:custDataLst>
              <p:tags r:id="rId30"/>
            </p:custDataLst>
          </p:nvPr>
        </p:nvSpPr>
        <p:spPr>
          <a:xfrm>
            <a:off x="12321332" y="1864525"/>
            <a:ext cx="307975" cy="306070"/>
          </a:xfrm>
          <a:prstGeom prst="rect">
            <a:avLst/>
          </a:prstGeom>
          <a:solidFill>
            <a:srgbClr val="F889A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91" name="Rounded Rectangle 22"/>
          <p:cNvSpPr/>
          <p:nvPr>
            <p:custDataLst>
              <p:tags r:id="rId31"/>
            </p:custDataLst>
          </p:nvPr>
        </p:nvSpPr>
        <p:spPr>
          <a:xfrm>
            <a:off x="12321332" y="3091293"/>
            <a:ext cx="307975" cy="306070"/>
          </a:xfrm>
          <a:prstGeom prst="rect">
            <a:avLst/>
          </a:prstGeom>
          <a:solidFill>
            <a:srgbClr val="F8A21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94" name="Rounded Rectangle 22"/>
          <p:cNvSpPr/>
          <p:nvPr>
            <p:custDataLst>
              <p:tags r:id="rId32"/>
            </p:custDataLst>
          </p:nvPr>
        </p:nvSpPr>
        <p:spPr>
          <a:xfrm>
            <a:off x="12321332" y="3904438"/>
            <a:ext cx="307975" cy="306070"/>
          </a:xfrm>
          <a:prstGeom prst="rect">
            <a:avLst/>
          </a:prstGeom>
          <a:solidFill>
            <a:srgbClr val="53E0B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95" name="Rounded Rectangle 22"/>
          <p:cNvSpPr/>
          <p:nvPr>
            <p:custDataLst>
              <p:tags r:id="rId33"/>
            </p:custDataLst>
          </p:nvPr>
        </p:nvSpPr>
        <p:spPr>
          <a:xfrm>
            <a:off x="12321332" y="4314007"/>
            <a:ext cx="307975" cy="306070"/>
          </a:xfrm>
          <a:prstGeom prst="rect">
            <a:avLst/>
          </a:prstGeom>
          <a:solidFill>
            <a:srgbClr val="3EC2A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96" name="Rounded Rectangle 22"/>
          <p:cNvSpPr/>
          <p:nvPr>
            <p:custDataLst>
              <p:tags r:id="rId34"/>
            </p:custDataLst>
          </p:nvPr>
        </p:nvSpPr>
        <p:spPr>
          <a:xfrm>
            <a:off x="12705582" y="4721349"/>
            <a:ext cx="307975" cy="306070"/>
          </a:xfrm>
          <a:prstGeom prst="rect">
            <a:avLst/>
          </a:prstGeom>
          <a:solidFill>
            <a:srgbClr val="46D0F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36000" bIns="0" rtlCol="0" anchor="ctr">
            <a:noAutofit/>
          </a:bodyPr>
          <a:lstStyle/>
          <a:p>
            <a:pPr lvl="0" algn="r">
              <a:buClrTx/>
              <a:buSzTx/>
              <a:buFontTx/>
            </a:pPr>
            <a:r>
              <a:rPr lang="en-US" altLang="zh-CN" sz="10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N</a:t>
            </a:r>
            <a:endParaRPr lang="zh-CN" altLang="id-ID" sz="10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98" name="Rounded Rectangle 22"/>
          <p:cNvSpPr/>
          <p:nvPr>
            <p:custDataLst>
              <p:tags r:id="rId35"/>
            </p:custDataLst>
          </p:nvPr>
        </p:nvSpPr>
        <p:spPr>
          <a:xfrm>
            <a:off x="12321332" y="5125810"/>
            <a:ext cx="307975" cy="306070"/>
          </a:xfrm>
          <a:prstGeom prst="rect">
            <a:avLst/>
          </a:prstGeom>
          <a:solidFill>
            <a:srgbClr val="2B5EC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99" name="Rounded Rectangle 22"/>
          <p:cNvSpPr/>
          <p:nvPr>
            <p:custDataLst>
              <p:tags r:id="rId36"/>
            </p:custDataLst>
          </p:nvPr>
        </p:nvSpPr>
        <p:spPr>
          <a:xfrm>
            <a:off x="12321332" y="5535379"/>
            <a:ext cx="307975" cy="306070"/>
          </a:xfrm>
          <a:prstGeom prst="rect">
            <a:avLst/>
          </a:prstGeom>
          <a:solidFill>
            <a:srgbClr val="225FD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2" name="Rounded Rectangle 22"/>
          <p:cNvSpPr/>
          <p:nvPr>
            <p:custDataLst>
              <p:tags r:id="rId37"/>
            </p:custDataLst>
          </p:nvPr>
        </p:nvSpPr>
        <p:spPr>
          <a:xfrm>
            <a:off x="12705582" y="5944948"/>
            <a:ext cx="307975" cy="306070"/>
          </a:xfrm>
          <a:prstGeom prst="rect">
            <a:avLst/>
          </a:prstGeom>
          <a:solidFill>
            <a:srgbClr val="5E7AF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36000" bIns="0" rtlCol="0" anchor="ctr">
            <a:noAutofit/>
          </a:bodyPr>
          <a:lstStyle/>
          <a:p>
            <a:pPr lvl="0" algn="r">
              <a:buClrTx/>
              <a:buSzTx/>
              <a:buFontTx/>
            </a:pPr>
            <a:r>
              <a:rPr lang="en-US" altLang="zh-CN" sz="10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N</a:t>
            </a:r>
            <a:endParaRPr lang="zh-CN" altLang="id-ID" sz="10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" name="Rounded Rectangle 22"/>
          <p:cNvSpPr/>
          <p:nvPr>
            <p:custDataLst>
              <p:tags r:id="rId38"/>
            </p:custDataLst>
          </p:nvPr>
        </p:nvSpPr>
        <p:spPr>
          <a:xfrm>
            <a:off x="12321332" y="5944948"/>
            <a:ext cx="307975" cy="306070"/>
          </a:xfrm>
          <a:prstGeom prst="rect">
            <a:avLst/>
          </a:prstGeom>
          <a:solidFill>
            <a:srgbClr val="8F7FE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7" name="Rounded Rectangle 21"/>
          <p:cNvSpPr/>
          <p:nvPr>
            <p:custDataLst>
              <p:tags r:id="rId39"/>
            </p:custDataLst>
          </p:nvPr>
        </p:nvSpPr>
        <p:spPr>
          <a:xfrm>
            <a:off x="12321332" y="6354519"/>
            <a:ext cx="307974" cy="306070"/>
          </a:xfrm>
          <a:prstGeom prst="rect">
            <a:avLst/>
          </a:prstGeom>
          <a:solidFill>
            <a:srgbClr val="5F4FBD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id-ID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2321332" y="4723576"/>
            <a:ext cx="307975" cy="298735"/>
          </a:xfrm>
          <a:prstGeom prst="rect">
            <a:avLst/>
          </a:prstGeom>
          <a:solidFill>
            <a:srgbClr val="2FE0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2321332" y="2683663"/>
            <a:ext cx="307975" cy="304131"/>
          </a:xfrm>
          <a:prstGeom prst="rect">
            <a:avLst/>
          </a:prstGeom>
          <a:solidFill>
            <a:srgbClr val="FF6E17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2321332" y="3500862"/>
            <a:ext cx="307975" cy="300077"/>
          </a:xfrm>
          <a:prstGeom prst="rect">
            <a:avLst/>
          </a:prstGeom>
          <a:solidFill>
            <a:srgbClr val="E5393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Rounded Rectangle 22"/>
          <p:cNvSpPr/>
          <p:nvPr>
            <p:custDataLst>
              <p:tags r:id="rId40"/>
            </p:custDataLst>
          </p:nvPr>
        </p:nvSpPr>
        <p:spPr>
          <a:xfrm>
            <a:off x="12705582" y="5537083"/>
            <a:ext cx="307975" cy="306070"/>
          </a:xfrm>
          <a:prstGeom prst="rect">
            <a:avLst/>
          </a:prstGeom>
          <a:solidFill>
            <a:srgbClr val="1B327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36000" bIns="0" rtlCol="0" anchor="ctr">
            <a:noAutofit/>
          </a:bodyPr>
          <a:lstStyle/>
          <a:p>
            <a:pPr lvl="0" algn="r">
              <a:buClrTx/>
              <a:buSzTx/>
              <a:buFontTx/>
            </a:pPr>
            <a:r>
              <a:rPr lang="en-US" altLang="zh-CN" sz="10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N</a:t>
            </a:r>
            <a:endParaRPr lang="zh-CN" altLang="id-ID" sz="10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11" name="Rounded Rectangle 22"/>
          <p:cNvSpPr/>
          <p:nvPr>
            <p:custDataLst>
              <p:tags r:id="rId41"/>
            </p:custDataLst>
          </p:nvPr>
        </p:nvSpPr>
        <p:spPr>
          <a:xfrm>
            <a:off x="12705582" y="5129216"/>
            <a:ext cx="307975" cy="306070"/>
          </a:xfrm>
          <a:prstGeom prst="rect">
            <a:avLst/>
          </a:prstGeom>
          <a:solidFill>
            <a:srgbClr val="2C88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36000" bIns="0" rtlCol="0" anchor="ctr">
            <a:noAutofit/>
          </a:bodyPr>
          <a:lstStyle/>
          <a:p>
            <a:pPr lvl="0" algn="r">
              <a:buClrTx/>
              <a:buSzTx/>
              <a:buFontTx/>
            </a:pPr>
            <a:r>
              <a:rPr lang="en-US" altLang="zh-CN" sz="10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N</a:t>
            </a:r>
            <a:endParaRPr lang="zh-CN" altLang="id-ID" sz="10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14" name="Rounded Rectangle 22"/>
          <p:cNvSpPr/>
          <p:nvPr>
            <p:custDataLst>
              <p:tags r:id="rId42"/>
            </p:custDataLst>
          </p:nvPr>
        </p:nvSpPr>
        <p:spPr>
          <a:xfrm>
            <a:off x="12705582" y="4313482"/>
            <a:ext cx="307975" cy="306070"/>
          </a:xfrm>
          <a:prstGeom prst="rect">
            <a:avLst/>
          </a:prstGeom>
          <a:solidFill>
            <a:srgbClr val="3B7D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36000" bIns="0" rtlCol="0" anchor="ctr">
            <a:noAutofit/>
          </a:bodyPr>
          <a:lstStyle/>
          <a:p>
            <a:pPr lvl="0" algn="r">
              <a:buClrTx/>
              <a:buSzTx/>
              <a:buFontTx/>
            </a:pPr>
            <a:r>
              <a:rPr lang="en-US" altLang="zh-CN" sz="10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N</a:t>
            </a:r>
            <a:endParaRPr lang="zh-CN" altLang="id-ID" sz="10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3218160" y="998220"/>
            <a:ext cx="11176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辅助文字色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2740191" y="-368320"/>
            <a:ext cx="546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白色背景</a:t>
            </a:r>
          </a:p>
        </p:txBody>
      </p:sp>
      <p:sp>
        <p:nvSpPr>
          <p:cNvPr id="61" name="文本框 60"/>
          <p:cNvSpPr txBox="1"/>
          <p:nvPr/>
        </p:nvSpPr>
        <p:spPr>
          <a:xfrm>
            <a:off x="12235863" y="6740476"/>
            <a:ext cx="1974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”为新增色值，</a:t>
            </a:r>
            <a:endParaRPr lang="en-US" altLang="zh-CN" sz="120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/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用于相近色的搭配选择</a:t>
            </a:r>
          </a:p>
        </p:txBody>
      </p:sp>
      <p:sp>
        <p:nvSpPr>
          <p:cNvPr id="64" name="Rounded Rectangle 22"/>
          <p:cNvSpPr/>
          <p:nvPr>
            <p:custDataLst>
              <p:tags r:id="rId43"/>
            </p:custDataLst>
          </p:nvPr>
        </p:nvSpPr>
        <p:spPr>
          <a:xfrm rot="16200000">
            <a:off x="408617" y="7010398"/>
            <a:ext cx="307975" cy="306070"/>
          </a:xfrm>
          <a:prstGeom prst="rect">
            <a:avLst/>
          </a:prstGeom>
          <a:solidFill>
            <a:srgbClr val="F54D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65" name="Rounded Rectangle 22"/>
          <p:cNvSpPr/>
          <p:nvPr>
            <p:custDataLst>
              <p:tags r:id="rId44"/>
            </p:custDataLst>
          </p:nvPr>
        </p:nvSpPr>
        <p:spPr>
          <a:xfrm rot="16200000">
            <a:off x="-952" y="7010398"/>
            <a:ext cx="307975" cy="306070"/>
          </a:xfrm>
          <a:prstGeom prst="rect">
            <a:avLst/>
          </a:prstGeom>
          <a:solidFill>
            <a:srgbClr val="F889A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66" name="Rounded Rectangle 22"/>
          <p:cNvSpPr/>
          <p:nvPr>
            <p:custDataLst>
              <p:tags r:id="rId45"/>
            </p:custDataLst>
          </p:nvPr>
        </p:nvSpPr>
        <p:spPr>
          <a:xfrm rot="16200000">
            <a:off x="1225816" y="7010398"/>
            <a:ext cx="307975" cy="306070"/>
          </a:xfrm>
          <a:prstGeom prst="rect">
            <a:avLst/>
          </a:prstGeom>
          <a:solidFill>
            <a:srgbClr val="F8A21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67" name="Rounded Rectangle 22"/>
          <p:cNvSpPr/>
          <p:nvPr>
            <p:custDataLst>
              <p:tags r:id="rId46"/>
            </p:custDataLst>
          </p:nvPr>
        </p:nvSpPr>
        <p:spPr>
          <a:xfrm rot="16200000">
            <a:off x="2038961" y="7010398"/>
            <a:ext cx="307975" cy="306070"/>
          </a:xfrm>
          <a:prstGeom prst="rect">
            <a:avLst/>
          </a:prstGeom>
          <a:solidFill>
            <a:srgbClr val="53E0B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68" name="Rounded Rectangle 22"/>
          <p:cNvSpPr/>
          <p:nvPr>
            <p:custDataLst>
              <p:tags r:id="rId47"/>
            </p:custDataLst>
          </p:nvPr>
        </p:nvSpPr>
        <p:spPr>
          <a:xfrm rot="16200000">
            <a:off x="2448530" y="7010398"/>
            <a:ext cx="307975" cy="306070"/>
          </a:xfrm>
          <a:prstGeom prst="rect">
            <a:avLst/>
          </a:prstGeom>
          <a:solidFill>
            <a:srgbClr val="3EC2A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69" name="Rounded Rectangle 22"/>
          <p:cNvSpPr/>
          <p:nvPr>
            <p:custDataLst>
              <p:tags r:id="rId48"/>
            </p:custDataLst>
          </p:nvPr>
        </p:nvSpPr>
        <p:spPr>
          <a:xfrm>
            <a:off x="2855873" y="7408573"/>
            <a:ext cx="307975" cy="306070"/>
          </a:xfrm>
          <a:prstGeom prst="rect">
            <a:avLst/>
          </a:prstGeom>
          <a:solidFill>
            <a:srgbClr val="46D0F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36000" rtlCol="0" anchor="b" anchorCtr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0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N</a:t>
            </a:r>
            <a:endParaRPr lang="zh-CN" altLang="id-ID" sz="10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70" name="Rounded Rectangle 22"/>
          <p:cNvSpPr/>
          <p:nvPr>
            <p:custDataLst>
              <p:tags r:id="rId49"/>
            </p:custDataLst>
          </p:nvPr>
        </p:nvSpPr>
        <p:spPr>
          <a:xfrm rot="16200000">
            <a:off x="3260333" y="7010398"/>
            <a:ext cx="307975" cy="306070"/>
          </a:xfrm>
          <a:prstGeom prst="rect">
            <a:avLst/>
          </a:prstGeom>
          <a:solidFill>
            <a:srgbClr val="2B5EC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71" name="Rounded Rectangle 22"/>
          <p:cNvSpPr/>
          <p:nvPr>
            <p:custDataLst>
              <p:tags r:id="rId50"/>
            </p:custDataLst>
          </p:nvPr>
        </p:nvSpPr>
        <p:spPr>
          <a:xfrm rot="16200000">
            <a:off x="3669902" y="7010398"/>
            <a:ext cx="307975" cy="306070"/>
          </a:xfrm>
          <a:prstGeom prst="rect">
            <a:avLst/>
          </a:prstGeom>
          <a:solidFill>
            <a:srgbClr val="225FD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72" name="Rounded Rectangle 22"/>
          <p:cNvSpPr/>
          <p:nvPr>
            <p:custDataLst>
              <p:tags r:id="rId51"/>
            </p:custDataLst>
          </p:nvPr>
        </p:nvSpPr>
        <p:spPr>
          <a:xfrm>
            <a:off x="4079472" y="7408573"/>
            <a:ext cx="307975" cy="306070"/>
          </a:xfrm>
          <a:prstGeom prst="rect">
            <a:avLst/>
          </a:prstGeom>
          <a:solidFill>
            <a:srgbClr val="5E7AF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36000" rtlCol="0" anchor="b" anchorCtr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0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N</a:t>
            </a:r>
            <a:endParaRPr lang="zh-CN" altLang="id-ID" sz="10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73" name="Rounded Rectangle 22"/>
          <p:cNvSpPr/>
          <p:nvPr>
            <p:custDataLst>
              <p:tags r:id="rId52"/>
            </p:custDataLst>
          </p:nvPr>
        </p:nvSpPr>
        <p:spPr>
          <a:xfrm rot="16200000">
            <a:off x="4079471" y="7010398"/>
            <a:ext cx="307975" cy="306070"/>
          </a:xfrm>
          <a:prstGeom prst="rect">
            <a:avLst/>
          </a:prstGeom>
          <a:solidFill>
            <a:srgbClr val="8F7FE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74" name="Rounded Rectangle 21"/>
          <p:cNvSpPr/>
          <p:nvPr>
            <p:custDataLst>
              <p:tags r:id="rId53"/>
            </p:custDataLst>
          </p:nvPr>
        </p:nvSpPr>
        <p:spPr>
          <a:xfrm rot="16200000">
            <a:off x="4489043" y="7010398"/>
            <a:ext cx="307974" cy="306070"/>
          </a:xfrm>
          <a:prstGeom prst="rect">
            <a:avLst/>
          </a:prstGeom>
          <a:solidFill>
            <a:srgbClr val="5F4FBD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id-ID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5" name="矩形 74"/>
          <p:cNvSpPr/>
          <p:nvPr/>
        </p:nvSpPr>
        <p:spPr>
          <a:xfrm rot="16200000">
            <a:off x="2854432" y="7014066"/>
            <a:ext cx="307975" cy="298735"/>
          </a:xfrm>
          <a:prstGeom prst="rect">
            <a:avLst/>
          </a:prstGeom>
          <a:solidFill>
            <a:srgbClr val="2FE0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2" name="矩形 81"/>
          <p:cNvSpPr/>
          <p:nvPr/>
        </p:nvSpPr>
        <p:spPr>
          <a:xfrm rot="16200000">
            <a:off x="817216" y="7011368"/>
            <a:ext cx="307975" cy="304131"/>
          </a:xfrm>
          <a:prstGeom prst="rect">
            <a:avLst/>
          </a:prstGeom>
          <a:solidFill>
            <a:srgbClr val="FF6E17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3" name="矩形 82"/>
          <p:cNvSpPr/>
          <p:nvPr/>
        </p:nvSpPr>
        <p:spPr>
          <a:xfrm rot="16200000">
            <a:off x="1632388" y="7013395"/>
            <a:ext cx="307975" cy="300077"/>
          </a:xfrm>
          <a:prstGeom prst="rect">
            <a:avLst/>
          </a:prstGeom>
          <a:solidFill>
            <a:srgbClr val="E5393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4" name="Rounded Rectangle 22"/>
          <p:cNvSpPr/>
          <p:nvPr>
            <p:custDataLst>
              <p:tags r:id="rId54"/>
            </p:custDataLst>
          </p:nvPr>
        </p:nvSpPr>
        <p:spPr>
          <a:xfrm>
            <a:off x="3671607" y="7408573"/>
            <a:ext cx="307975" cy="306070"/>
          </a:xfrm>
          <a:prstGeom prst="rect">
            <a:avLst/>
          </a:prstGeom>
          <a:solidFill>
            <a:srgbClr val="1B327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36000" rtlCol="0" anchor="b" anchorCtr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0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N</a:t>
            </a:r>
            <a:endParaRPr lang="zh-CN" altLang="id-ID" sz="10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86" name="Rounded Rectangle 22"/>
          <p:cNvSpPr/>
          <p:nvPr>
            <p:custDataLst>
              <p:tags r:id="rId55"/>
            </p:custDataLst>
          </p:nvPr>
        </p:nvSpPr>
        <p:spPr>
          <a:xfrm>
            <a:off x="3263740" y="7408573"/>
            <a:ext cx="307975" cy="306070"/>
          </a:xfrm>
          <a:prstGeom prst="rect">
            <a:avLst/>
          </a:prstGeom>
          <a:solidFill>
            <a:srgbClr val="2C88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36000" rtlCol="0" anchor="b" anchorCtr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0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N</a:t>
            </a:r>
            <a:endParaRPr lang="zh-CN" altLang="id-ID" sz="10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87" name="Rounded Rectangle 22"/>
          <p:cNvSpPr/>
          <p:nvPr>
            <p:custDataLst>
              <p:tags r:id="rId56"/>
            </p:custDataLst>
          </p:nvPr>
        </p:nvSpPr>
        <p:spPr>
          <a:xfrm>
            <a:off x="2448006" y="7408573"/>
            <a:ext cx="307975" cy="306070"/>
          </a:xfrm>
          <a:prstGeom prst="rect">
            <a:avLst/>
          </a:prstGeom>
          <a:solidFill>
            <a:srgbClr val="3B7D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36000" rtlCol="0" anchor="b" anchorCtr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0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N</a:t>
            </a:r>
            <a:endParaRPr lang="zh-CN" altLang="id-ID" sz="10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218160" y="338528"/>
            <a:ext cx="11968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>
                <a:solidFill>
                  <a:srgbClr val="283563">
                    <a:alpha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英文透明度</a:t>
            </a:r>
            <a:r>
              <a:rPr lang="en-US" altLang="zh-CN" sz="900">
                <a:solidFill>
                  <a:srgbClr val="283563">
                    <a:alpha val="5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50%</a:t>
            </a:r>
            <a:endParaRPr lang="zh-CN" altLang="en-US" sz="900">
              <a:solidFill>
                <a:srgbClr val="283563">
                  <a:alpha val="50000"/>
                </a:srgb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57"/>
            </p:custDataLst>
          </p:nvPr>
        </p:nvSpPr>
        <p:spPr>
          <a:xfrm>
            <a:off x="9846945" y="6528435"/>
            <a:ext cx="753110" cy="121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">
                <a:solidFill>
                  <a:srgbClr val="FF0000">
                    <a:alpha val="0"/>
                  </a:srgbClr>
                </a:solidFill>
              </a:rPr>
              <a:t>仅供君联资本内部使用</a:t>
            </a:r>
            <a:r>
              <a:rPr lang="en-US" altLang="zh-CN" sz="200">
                <a:solidFill>
                  <a:srgbClr val="FF0000">
                    <a:alpha val="0"/>
                  </a:srgbClr>
                </a:solidFill>
              </a:rPr>
              <a:t>20221217</a:t>
            </a:r>
          </a:p>
        </p:txBody>
      </p:sp>
    </p:spTree>
    <p:extLst>
      <p:ext uri="{BB962C8B-B14F-4D97-AF65-F5344CB8AC3E}">
        <p14:creationId xmlns:p14="http://schemas.microsoft.com/office/powerpoint/2010/main" val="2435667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  <p:sldLayoutId id="2147483821" r:id="rId12"/>
    <p:sldLayoutId id="2147483822" r:id="rId13"/>
    <p:sldLayoutId id="2147483823" r:id="rId14"/>
    <p:sldLayoutId id="2147483824" r:id="rId15"/>
    <p:sldLayoutId id="2147483825" r:id="rId16"/>
    <p:sldLayoutId id="2147483826" r:id="rId17"/>
    <p:sldLayoutId id="2147483827" r:id="rId18"/>
    <p:sldLayoutId id="2147483828" r:id="rId19"/>
    <p:sldLayoutId id="2147483829" r:id="rId20"/>
    <p:sldLayoutId id="2147483830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ounded Rectangle 22"/>
          <p:cNvSpPr/>
          <p:nvPr>
            <p:custDataLst>
              <p:tags r:id="rId17"/>
            </p:custDataLst>
          </p:nvPr>
        </p:nvSpPr>
        <p:spPr>
          <a:xfrm>
            <a:off x="12323200" y="138430"/>
            <a:ext cx="307975" cy="30607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3161010" y="138430"/>
            <a:ext cx="9277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标题文字</a:t>
            </a:r>
          </a:p>
        </p:txBody>
      </p:sp>
      <p:sp>
        <p:nvSpPr>
          <p:cNvPr id="76" name="文本框 75"/>
          <p:cNvSpPr txBox="1"/>
          <p:nvPr/>
        </p:nvSpPr>
        <p:spPr>
          <a:xfrm>
            <a:off x="12224385" y="-368320"/>
            <a:ext cx="546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深色背景</a:t>
            </a:r>
          </a:p>
        </p:txBody>
      </p:sp>
      <p:sp>
        <p:nvSpPr>
          <p:cNvPr id="77" name="Rounded Rectangle 22"/>
          <p:cNvSpPr/>
          <p:nvPr>
            <p:custDataLst>
              <p:tags r:id="rId18"/>
            </p:custDataLst>
          </p:nvPr>
        </p:nvSpPr>
        <p:spPr>
          <a:xfrm>
            <a:off x="12837160" y="138430"/>
            <a:ext cx="307975" cy="306070"/>
          </a:xfrm>
          <a:prstGeom prst="rect">
            <a:avLst/>
          </a:prstGeom>
          <a:solidFill>
            <a:srgbClr val="28376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Rounded Rectangle 22"/>
          <p:cNvSpPr/>
          <p:nvPr>
            <p:custDataLst>
              <p:tags r:id="rId19"/>
            </p:custDataLst>
          </p:nvPr>
        </p:nvSpPr>
        <p:spPr>
          <a:xfrm>
            <a:off x="12323200" y="568325"/>
            <a:ext cx="307975" cy="30607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9" name="Rounded Rectangle 22"/>
          <p:cNvSpPr/>
          <p:nvPr>
            <p:custDataLst>
              <p:tags r:id="rId20"/>
            </p:custDataLst>
          </p:nvPr>
        </p:nvSpPr>
        <p:spPr>
          <a:xfrm>
            <a:off x="12837160" y="568325"/>
            <a:ext cx="307975" cy="306070"/>
          </a:xfrm>
          <a:prstGeom prst="rect">
            <a:avLst/>
          </a:prstGeom>
          <a:solidFill>
            <a:srgbClr val="41507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13161010" y="583565"/>
            <a:ext cx="927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正文文字</a:t>
            </a:r>
          </a:p>
        </p:txBody>
      </p:sp>
      <p:sp>
        <p:nvSpPr>
          <p:cNvPr id="81" name="Rounded Rectangle 22"/>
          <p:cNvSpPr/>
          <p:nvPr>
            <p:custDataLst>
              <p:tags r:id="rId21"/>
            </p:custDataLst>
          </p:nvPr>
        </p:nvSpPr>
        <p:spPr>
          <a:xfrm>
            <a:off x="12323200" y="998220"/>
            <a:ext cx="307975" cy="306070"/>
          </a:xfrm>
          <a:prstGeom prst="rect">
            <a:avLst/>
          </a:prstGeom>
          <a:solidFill>
            <a:srgbClr val="D9D9D9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5" name="Rounded Rectangle 22"/>
          <p:cNvSpPr/>
          <p:nvPr>
            <p:custDataLst>
              <p:tags r:id="rId22"/>
            </p:custDataLst>
          </p:nvPr>
        </p:nvSpPr>
        <p:spPr>
          <a:xfrm>
            <a:off x="12837160" y="998220"/>
            <a:ext cx="307975" cy="306070"/>
          </a:xfrm>
          <a:prstGeom prst="rect">
            <a:avLst/>
          </a:prstGeom>
          <a:solidFill>
            <a:srgbClr val="80808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Rounded Rectangle 22"/>
          <p:cNvSpPr/>
          <p:nvPr>
            <p:custDataLst>
              <p:tags r:id="rId23"/>
            </p:custDataLst>
          </p:nvPr>
        </p:nvSpPr>
        <p:spPr>
          <a:xfrm>
            <a:off x="12323200" y="2434846"/>
            <a:ext cx="307975" cy="306070"/>
          </a:xfrm>
          <a:prstGeom prst="rect">
            <a:avLst/>
          </a:prstGeom>
          <a:solidFill>
            <a:srgbClr val="F54D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0" name="Rounded Rectangle 22"/>
          <p:cNvSpPr/>
          <p:nvPr>
            <p:custDataLst>
              <p:tags r:id="rId24"/>
            </p:custDataLst>
          </p:nvPr>
        </p:nvSpPr>
        <p:spPr>
          <a:xfrm>
            <a:off x="12323200" y="2060566"/>
            <a:ext cx="307975" cy="306070"/>
          </a:xfrm>
          <a:prstGeom prst="rect">
            <a:avLst/>
          </a:prstGeom>
          <a:solidFill>
            <a:srgbClr val="F889A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1" name="Rounded Rectangle 22"/>
          <p:cNvSpPr/>
          <p:nvPr>
            <p:custDataLst>
              <p:tags r:id="rId25"/>
            </p:custDataLst>
          </p:nvPr>
        </p:nvSpPr>
        <p:spPr>
          <a:xfrm>
            <a:off x="12323200" y="3183406"/>
            <a:ext cx="307975" cy="306070"/>
          </a:xfrm>
          <a:prstGeom prst="rect">
            <a:avLst/>
          </a:prstGeom>
          <a:solidFill>
            <a:srgbClr val="F8A21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2" name="Rounded Rectangle 22"/>
          <p:cNvSpPr/>
          <p:nvPr>
            <p:custDataLst>
              <p:tags r:id="rId26"/>
            </p:custDataLst>
          </p:nvPr>
        </p:nvSpPr>
        <p:spPr>
          <a:xfrm>
            <a:off x="12707079" y="3183406"/>
            <a:ext cx="307975" cy="306070"/>
          </a:xfrm>
          <a:prstGeom prst="rect">
            <a:avLst/>
          </a:prstGeom>
          <a:solidFill>
            <a:srgbClr val="E3AB4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3" name="Rounded Rectangle 22"/>
          <p:cNvSpPr/>
          <p:nvPr>
            <p:custDataLst>
              <p:tags r:id="rId27"/>
            </p:custDataLst>
          </p:nvPr>
        </p:nvSpPr>
        <p:spPr>
          <a:xfrm>
            <a:off x="12707079" y="3554233"/>
            <a:ext cx="307975" cy="306070"/>
          </a:xfrm>
          <a:prstGeom prst="rect">
            <a:avLst/>
          </a:prstGeom>
          <a:solidFill>
            <a:srgbClr val="EBD86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4" name="Rounded Rectangle 22"/>
          <p:cNvSpPr/>
          <p:nvPr>
            <p:custDataLst>
              <p:tags r:id="rId28"/>
            </p:custDataLst>
          </p:nvPr>
        </p:nvSpPr>
        <p:spPr>
          <a:xfrm>
            <a:off x="12323200" y="3931966"/>
            <a:ext cx="307975" cy="306070"/>
          </a:xfrm>
          <a:prstGeom prst="rect">
            <a:avLst/>
          </a:prstGeom>
          <a:solidFill>
            <a:srgbClr val="53E0B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5" name="Rounded Rectangle 22"/>
          <p:cNvSpPr/>
          <p:nvPr>
            <p:custDataLst>
              <p:tags r:id="rId29"/>
            </p:custDataLst>
          </p:nvPr>
        </p:nvSpPr>
        <p:spPr>
          <a:xfrm>
            <a:off x="12323200" y="4306246"/>
            <a:ext cx="307975" cy="306070"/>
          </a:xfrm>
          <a:prstGeom prst="rect">
            <a:avLst/>
          </a:prstGeom>
          <a:solidFill>
            <a:srgbClr val="3EC2A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6" name="Rounded Rectangle 22"/>
          <p:cNvSpPr/>
          <p:nvPr>
            <p:custDataLst>
              <p:tags r:id="rId30"/>
            </p:custDataLst>
          </p:nvPr>
        </p:nvSpPr>
        <p:spPr>
          <a:xfrm>
            <a:off x="12710663" y="5047748"/>
            <a:ext cx="307975" cy="306070"/>
          </a:xfrm>
          <a:prstGeom prst="rect">
            <a:avLst/>
          </a:prstGeom>
          <a:solidFill>
            <a:srgbClr val="46D0F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8" name="Rounded Rectangle 22"/>
          <p:cNvSpPr/>
          <p:nvPr>
            <p:custDataLst>
              <p:tags r:id="rId31"/>
            </p:custDataLst>
          </p:nvPr>
        </p:nvSpPr>
        <p:spPr>
          <a:xfrm>
            <a:off x="12323200" y="5429086"/>
            <a:ext cx="307975" cy="306070"/>
          </a:xfrm>
          <a:prstGeom prst="rect">
            <a:avLst/>
          </a:prstGeom>
          <a:solidFill>
            <a:srgbClr val="2B5EC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9" name="Rounded Rectangle 22"/>
          <p:cNvSpPr/>
          <p:nvPr>
            <p:custDataLst>
              <p:tags r:id="rId32"/>
            </p:custDataLst>
          </p:nvPr>
        </p:nvSpPr>
        <p:spPr>
          <a:xfrm>
            <a:off x="12323200" y="5803366"/>
            <a:ext cx="307975" cy="306070"/>
          </a:xfrm>
          <a:prstGeom prst="rect">
            <a:avLst/>
          </a:prstGeom>
          <a:solidFill>
            <a:srgbClr val="225FD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Rounded Rectangle 22"/>
          <p:cNvSpPr/>
          <p:nvPr>
            <p:custDataLst>
              <p:tags r:id="rId33"/>
            </p:custDataLst>
          </p:nvPr>
        </p:nvSpPr>
        <p:spPr>
          <a:xfrm>
            <a:off x="12323200" y="6177646"/>
            <a:ext cx="307975" cy="306070"/>
          </a:xfrm>
          <a:prstGeom prst="rect">
            <a:avLst/>
          </a:prstGeom>
          <a:solidFill>
            <a:srgbClr val="5E7AF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Rounded Rectangle 22"/>
          <p:cNvSpPr/>
          <p:nvPr>
            <p:custDataLst>
              <p:tags r:id="rId34"/>
            </p:custDataLst>
          </p:nvPr>
        </p:nvSpPr>
        <p:spPr>
          <a:xfrm>
            <a:off x="12323200" y="6551930"/>
            <a:ext cx="307975" cy="306070"/>
          </a:xfrm>
          <a:prstGeom prst="rect">
            <a:avLst/>
          </a:prstGeom>
          <a:solidFill>
            <a:srgbClr val="8F7FE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815845" y="9008232"/>
            <a:ext cx="1572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在这占位</a:t>
            </a:r>
            <a:endParaRPr lang="en-US" altLang="zh-CN" sz="120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防止轻易跨页滚动</a:t>
            </a:r>
          </a:p>
        </p:txBody>
      </p:sp>
      <p:sp>
        <p:nvSpPr>
          <p:cNvPr id="7" name="Rounded Rectangle 21"/>
          <p:cNvSpPr/>
          <p:nvPr>
            <p:custDataLst>
              <p:tags r:id="rId35"/>
            </p:custDataLst>
          </p:nvPr>
        </p:nvSpPr>
        <p:spPr>
          <a:xfrm>
            <a:off x="12707083" y="6551930"/>
            <a:ext cx="307974" cy="306070"/>
          </a:xfrm>
          <a:prstGeom prst="rect">
            <a:avLst/>
          </a:prstGeom>
          <a:solidFill>
            <a:srgbClr val="5F4FBD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id-ID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2321703" y="5052467"/>
            <a:ext cx="307975" cy="298735"/>
          </a:xfrm>
          <a:prstGeom prst="rect">
            <a:avLst/>
          </a:prstGeom>
          <a:solidFill>
            <a:srgbClr val="2FE0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2323200" y="2801697"/>
            <a:ext cx="307975" cy="304131"/>
          </a:xfrm>
          <a:prstGeom prst="rect">
            <a:avLst/>
          </a:prstGeom>
          <a:solidFill>
            <a:srgbClr val="FF6E17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2323199" y="3560226"/>
            <a:ext cx="307975" cy="300077"/>
          </a:xfrm>
          <a:prstGeom prst="rect">
            <a:avLst/>
          </a:prstGeom>
          <a:solidFill>
            <a:srgbClr val="E5393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6" name="Rounded Rectangle 22"/>
          <p:cNvSpPr/>
          <p:nvPr>
            <p:custDataLst>
              <p:tags r:id="rId36"/>
            </p:custDataLst>
          </p:nvPr>
        </p:nvSpPr>
        <p:spPr>
          <a:xfrm>
            <a:off x="12707080" y="5803366"/>
            <a:ext cx="307975" cy="306070"/>
          </a:xfrm>
          <a:prstGeom prst="rect">
            <a:avLst/>
          </a:prstGeom>
          <a:solidFill>
            <a:srgbClr val="1B327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Rounded Rectangle 22"/>
          <p:cNvSpPr/>
          <p:nvPr>
            <p:custDataLst>
              <p:tags r:id="rId37"/>
            </p:custDataLst>
          </p:nvPr>
        </p:nvSpPr>
        <p:spPr>
          <a:xfrm>
            <a:off x="12705584" y="4671211"/>
            <a:ext cx="307975" cy="306070"/>
          </a:xfrm>
          <a:prstGeom prst="rect">
            <a:avLst/>
          </a:prstGeom>
          <a:solidFill>
            <a:srgbClr val="2C88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4" name="Rounded Rectangle 22"/>
          <p:cNvSpPr/>
          <p:nvPr>
            <p:custDataLst>
              <p:tags r:id="rId38"/>
            </p:custDataLst>
          </p:nvPr>
        </p:nvSpPr>
        <p:spPr>
          <a:xfrm>
            <a:off x="12321703" y="4671731"/>
            <a:ext cx="307975" cy="306070"/>
          </a:xfrm>
          <a:prstGeom prst="rect">
            <a:avLst/>
          </a:prstGeom>
          <a:solidFill>
            <a:srgbClr val="3B7D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3161010" y="998220"/>
            <a:ext cx="927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辅助文字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2740191" y="-368320"/>
            <a:ext cx="546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白色背景</a:t>
            </a:r>
          </a:p>
        </p:txBody>
      </p:sp>
      <p:sp>
        <p:nvSpPr>
          <p:cNvPr id="22" name="Rounded Rectangle 22"/>
          <p:cNvSpPr/>
          <p:nvPr>
            <p:custDataLst>
              <p:tags r:id="rId39"/>
            </p:custDataLst>
          </p:nvPr>
        </p:nvSpPr>
        <p:spPr>
          <a:xfrm>
            <a:off x="409115" y="6909435"/>
            <a:ext cx="307975" cy="306070"/>
          </a:xfrm>
          <a:prstGeom prst="rect">
            <a:avLst/>
          </a:prstGeom>
          <a:solidFill>
            <a:srgbClr val="F54D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3" name="Rounded Rectangle 22"/>
          <p:cNvSpPr/>
          <p:nvPr>
            <p:custDataLst>
              <p:tags r:id="rId40"/>
            </p:custDataLst>
          </p:nvPr>
        </p:nvSpPr>
        <p:spPr>
          <a:xfrm>
            <a:off x="0" y="6909435"/>
            <a:ext cx="307975" cy="306070"/>
          </a:xfrm>
          <a:prstGeom prst="rect">
            <a:avLst/>
          </a:prstGeom>
          <a:solidFill>
            <a:srgbClr val="F889A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4" name="Rounded Rectangle 22"/>
          <p:cNvSpPr/>
          <p:nvPr>
            <p:custDataLst>
              <p:tags r:id="rId41"/>
            </p:custDataLst>
          </p:nvPr>
        </p:nvSpPr>
        <p:spPr>
          <a:xfrm>
            <a:off x="1227345" y="6909435"/>
            <a:ext cx="307975" cy="306070"/>
          </a:xfrm>
          <a:prstGeom prst="rect">
            <a:avLst/>
          </a:prstGeom>
          <a:solidFill>
            <a:srgbClr val="F8A21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Rounded Rectangle 22"/>
          <p:cNvSpPr/>
          <p:nvPr>
            <p:custDataLst>
              <p:tags r:id="rId42"/>
            </p:custDataLst>
          </p:nvPr>
        </p:nvSpPr>
        <p:spPr>
          <a:xfrm>
            <a:off x="1636460" y="6909435"/>
            <a:ext cx="307975" cy="306070"/>
          </a:xfrm>
          <a:prstGeom prst="rect">
            <a:avLst/>
          </a:prstGeom>
          <a:solidFill>
            <a:srgbClr val="E3AB4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6" name="Rounded Rectangle 22"/>
          <p:cNvSpPr/>
          <p:nvPr>
            <p:custDataLst>
              <p:tags r:id="rId43"/>
            </p:custDataLst>
          </p:nvPr>
        </p:nvSpPr>
        <p:spPr>
          <a:xfrm>
            <a:off x="2454690" y="6909435"/>
            <a:ext cx="307975" cy="306070"/>
          </a:xfrm>
          <a:prstGeom prst="rect">
            <a:avLst/>
          </a:prstGeom>
          <a:solidFill>
            <a:srgbClr val="EBD86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7" name="Rounded Rectangle 22"/>
          <p:cNvSpPr/>
          <p:nvPr>
            <p:custDataLst>
              <p:tags r:id="rId44"/>
            </p:custDataLst>
          </p:nvPr>
        </p:nvSpPr>
        <p:spPr>
          <a:xfrm>
            <a:off x="2863805" y="6909435"/>
            <a:ext cx="307975" cy="306070"/>
          </a:xfrm>
          <a:prstGeom prst="rect">
            <a:avLst/>
          </a:prstGeom>
          <a:solidFill>
            <a:srgbClr val="53E0B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8" name="Rounded Rectangle 22"/>
          <p:cNvSpPr/>
          <p:nvPr>
            <p:custDataLst>
              <p:tags r:id="rId45"/>
            </p:custDataLst>
          </p:nvPr>
        </p:nvSpPr>
        <p:spPr>
          <a:xfrm>
            <a:off x="3272920" y="6909435"/>
            <a:ext cx="307975" cy="306070"/>
          </a:xfrm>
          <a:prstGeom prst="rect">
            <a:avLst/>
          </a:prstGeom>
          <a:solidFill>
            <a:srgbClr val="3EC2A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9" name="Rounded Rectangle 22"/>
          <p:cNvSpPr/>
          <p:nvPr>
            <p:custDataLst>
              <p:tags r:id="rId46"/>
            </p:custDataLst>
          </p:nvPr>
        </p:nvSpPr>
        <p:spPr>
          <a:xfrm>
            <a:off x="4909380" y="6909435"/>
            <a:ext cx="307975" cy="306070"/>
          </a:xfrm>
          <a:prstGeom prst="rect">
            <a:avLst/>
          </a:prstGeom>
          <a:solidFill>
            <a:srgbClr val="46D0F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0" name="Rounded Rectangle 22"/>
          <p:cNvSpPr/>
          <p:nvPr>
            <p:custDataLst>
              <p:tags r:id="rId47"/>
            </p:custDataLst>
          </p:nvPr>
        </p:nvSpPr>
        <p:spPr>
          <a:xfrm>
            <a:off x="5318495" y="6909435"/>
            <a:ext cx="307975" cy="306070"/>
          </a:xfrm>
          <a:prstGeom prst="rect">
            <a:avLst/>
          </a:prstGeom>
          <a:solidFill>
            <a:srgbClr val="2B5EC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1" name="Rounded Rectangle 22"/>
          <p:cNvSpPr/>
          <p:nvPr>
            <p:custDataLst>
              <p:tags r:id="rId48"/>
            </p:custDataLst>
          </p:nvPr>
        </p:nvSpPr>
        <p:spPr>
          <a:xfrm>
            <a:off x="5727610" y="6909435"/>
            <a:ext cx="307975" cy="306070"/>
          </a:xfrm>
          <a:prstGeom prst="rect">
            <a:avLst/>
          </a:prstGeom>
          <a:solidFill>
            <a:srgbClr val="225FD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2" name="Rounded Rectangle 22"/>
          <p:cNvSpPr/>
          <p:nvPr>
            <p:custDataLst>
              <p:tags r:id="rId49"/>
            </p:custDataLst>
          </p:nvPr>
        </p:nvSpPr>
        <p:spPr>
          <a:xfrm>
            <a:off x="6545840" y="6909435"/>
            <a:ext cx="307975" cy="306070"/>
          </a:xfrm>
          <a:prstGeom prst="rect">
            <a:avLst/>
          </a:prstGeom>
          <a:solidFill>
            <a:srgbClr val="5E7AF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3" name="Rounded Rectangle 22"/>
          <p:cNvSpPr/>
          <p:nvPr>
            <p:custDataLst>
              <p:tags r:id="rId50"/>
            </p:custDataLst>
          </p:nvPr>
        </p:nvSpPr>
        <p:spPr>
          <a:xfrm>
            <a:off x="6954955" y="6909435"/>
            <a:ext cx="307975" cy="306070"/>
          </a:xfrm>
          <a:prstGeom prst="rect">
            <a:avLst/>
          </a:prstGeom>
          <a:solidFill>
            <a:srgbClr val="8F7FE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4" name="Rounded Rectangle 21"/>
          <p:cNvSpPr/>
          <p:nvPr>
            <p:custDataLst>
              <p:tags r:id="rId51"/>
            </p:custDataLst>
          </p:nvPr>
        </p:nvSpPr>
        <p:spPr>
          <a:xfrm>
            <a:off x="7364064" y="6909435"/>
            <a:ext cx="307974" cy="306070"/>
          </a:xfrm>
          <a:prstGeom prst="rect">
            <a:avLst/>
          </a:prstGeom>
          <a:solidFill>
            <a:srgbClr val="5F4FBD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id-ID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500265" y="6909435"/>
            <a:ext cx="307975" cy="298735"/>
          </a:xfrm>
          <a:prstGeom prst="rect">
            <a:avLst/>
          </a:prstGeom>
          <a:solidFill>
            <a:srgbClr val="2FE0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818230" y="6909435"/>
            <a:ext cx="307975" cy="304131"/>
          </a:xfrm>
          <a:prstGeom prst="rect">
            <a:avLst/>
          </a:prstGeom>
          <a:solidFill>
            <a:srgbClr val="FF6E17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2045575" y="6909435"/>
            <a:ext cx="307975" cy="300077"/>
          </a:xfrm>
          <a:prstGeom prst="rect">
            <a:avLst/>
          </a:prstGeom>
          <a:solidFill>
            <a:srgbClr val="E5393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48" name="Rounded Rectangle 22"/>
          <p:cNvSpPr/>
          <p:nvPr>
            <p:custDataLst>
              <p:tags r:id="rId52"/>
            </p:custDataLst>
          </p:nvPr>
        </p:nvSpPr>
        <p:spPr>
          <a:xfrm>
            <a:off x="6136725" y="6909435"/>
            <a:ext cx="307975" cy="306070"/>
          </a:xfrm>
          <a:prstGeom prst="rect">
            <a:avLst/>
          </a:prstGeom>
          <a:solidFill>
            <a:srgbClr val="1B327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9" name="Rounded Rectangle 22"/>
          <p:cNvSpPr/>
          <p:nvPr>
            <p:custDataLst>
              <p:tags r:id="rId53"/>
            </p:custDataLst>
          </p:nvPr>
        </p:nvSpPr>
        <p:spPr>
          <a:xfrm>
            <a:off x="4091150" y="6909435"/>
            <a:ext cx="307975" cy="306070"/>
          </a:xfrm>
          <a:prstGeom prst="rect">
            <a:avLst/>
          </a:prstGeom>
          <a:solidFill>
            <a:srgbClr val="2C88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0" name="Rounded Rectangle 22"/>
          <p:cNvSpPr/>
          <p:nvPr>
            <p:custDataLst>
              <p:tags r:id="rId54"/>
            </p:custDataLst>
          </p:nvPr>
        </p:nvSpPr>
        <p:spPr>
          <a:xfrm>
            <a:off x="3682035" y="6909435"/>
            <a:ext cx="307975" cy="306070"/>
          </a:xfrm>
          <a:prstGeom prst="rect">
            <a:avLst/>
          </a:prstGeom>
          <a:solidFill>
            <a:srgbClr val="3B7D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id-ID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6" name="圆柱形 24"/>
          <p:cNvSpPr/>
          <p:nvPr/>
        </p:nvSpPr>
        <p:spPr bwMode="auto">
          <a:xfrm rot="5400000">
            <a:off x="410845" y="7090410"/>
            <a:ext cx="294640" cy="1136650"/>
          </a:xfrm>
          <a:prstGeom prst="can">
            <a:avLst>
              <a:gd name="adj" fmla="val 45943"/>
            </a:avLst>
          </a:prstGeom>
          <a:solidFill>
            <a:schemeClr val="accent2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vert270" wrap="square" lIns="0" tIns="0" rIns="0" bIns="0" numCol="1" rtlCol="0" anchor="ctr" anchorCtr="0" compatLnSpc="1">
            <a:noAutofit/>
          </a:bodyPr>
          <a:lstStyle>
            <a:defPPr>
              <a:defRPr lang="zh-CN"/>
            </a:defPPr>
            <a:lvl1pPr marL="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AMI</a:t>
            </a:r>
            <a:r>
              <a:rPr lang="zh-CN" altLang="en-US" sz="140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相关</a:t>
            </a:r>
          </a:p>
        </p:txBody>
      </p:sp>
      <p:sp>
        <p:nvSpPr>
          <p:cNvPr id="38" name="矩形: 圆角 71"/>
          <p:cNvSpPr/>
          <p:nvPr/>
        </p:nvSpPr>
        <p:spPr bwMode="auto">
          <a:xfrm>
            <a:off x="7771765" y="7512050"/>
            <a:ext cx="1136650" cy="348615"/>
          </a:xfrm>
          <a:prstGeom prst="roundRect">
            <a:avLst>
              <a:gd name="adj" fmla="val 10269"/>
            </a:avLst>
          </a:prstGeom>
          <a:solidFill>
            <a:srgbClr val="907FE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周边系统</a:t>
            </a:r>
          </a:p>
        </p:txBody>
      </p:sp>
      <p:sp>
        <p:nvSpPr>
          <p:cNvPr id="5" name="矩形: 圆角 71"/>
          <p:cNvSpPr/>
          <p:nvPr/>
        </p:nvSpPr>
        <p:spPr bwMode="auto">
          <a:xfrm>
            <a:off x="9111615" y="7512050"/>
            <a:ext cx="1136650" cy="348615"/>
          </a:xfrm>
          <a:prstGeom prst="roundRect">
            <a:avLst>
              <a:gd name="adj" fmla="val 10270"/>
            </a:avLst>
          </a:prstGeom>
          <a:solidFill>
            <a:srgbClr val="225FD1"/>
          </a:solidFill>
          <a:ln w="63500" cmpd="sng">
            <a:noFill/>
          </a:ln>
        </p:spPr>
        <p:txBody>
          <a:bodyPr vert="horz" wrap="square" lIns="0" tIns="0" rIns="0" bIns="0" numCol="1" rtlCol="0" anchor="ctr" anchorCtr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周边系统</a:t>
            </a:r>
          </a:p>
        </p:txBody>
      </p:sp>
      <p:sp>
        <p:nvSpPr>
          <p:cNvPr id="41" name="矩形: 圆角 71"/>
          <p:cNvSpPr/>
          <p:nvPr/>
        </p:nvSpPr>
        <p:spPr bwMode="auto">
          <a:xfrm>
            <a:off x="1233170" y="7511415"/>
            <a:ext cx="1136650" cy="348615"/>
          </a:xfrm>
          <a:prstGeom prst="roundRect">
            <a:avLst>
              <a:gd name="adj" fmla="val 10269"/>
            </a:avLst>
          </a:prstGeom>
          <a:solidFill>
            <a:srgbClr val="1B3275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系统边界</a:t>
            </a:r>
          </a:p>
        </p:txBody>
      </p:sp>
      <p:sp>
        <p:nvSpPr>
          <p:cNvPr id="42" name="矩形: 圆角 71"/>
          <p:cNvSpPr/>
          <p:nvPr/>
        </p:nvSpPr>
        <p:spPr bwMode="auto">
          <a:xfrm>
            <a:off x="2545080" y="7511415"/>
            <a:ext cx="1136650" cy="348615"/>
          </a:xfrm>
          <a:prstGeom prst="roundRect">
            <a:avLst>
              <a:gd name="adj" fmla="val 10269"/>
            </a:avLst>
          </a:prstGeom>
          <a:solidFill>
            <a:srgbClr val="225FD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内部大类</a:t>
            </a:r>
          </a:p>
        </p:txBody>
      </p:sp>
      <p:sp>
        <p:nvSpPr>
          <p:cNvPr id="8" name="矩形: 圆角 71"/>
          <p:cNvSpPr/>
          <p:nvPr/>
        </p:nvSpPr>
        <p:spPr bwMode="auto">
          <a:xfrm>
            <a:off x="3772535" y="7511415"/>
            <a:ext cx="1136650" cy="348615"/>
          </a:xfrm>
          <a:prstGeom prst="roundRect">
            <a:avLst>
              <a:gd name="adj" fmla="val 10269"/>
            </a:avLst>
          </a:prstGeom>
          <a:solidFill>
            <a:srgbClr val="2B5EC7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模块</a:t>
            </a:r>
            <a:r>
              <a:rPr kumimoji="0" lang="en-US" altLang="zh-CN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/</a:t>
            </a: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组件</a:t>
            </a:r>
          </a:p>
        </p:txBody>
      </p:sp>
      <p:sp>
        <p:nvSpPr>
          <p:cNvPr id="9" name="矩形: 圆角 71"/>
          <p:cNvSpPr/>
          <p:nvPr/>
        </p:nvSpPr>
        <p:spPr bwMode="auto">
          <a:xfrm>
            <a:off x="10381615" y="7510780"/>
            <a:ext cx="1136650" cy="348615"/>
          </a:xfrm>
          <a:prstGeom prst="roundRect">
            <a:avLst>
              <a:gd name="adj" fmla="val 10270"/>
            </a:avLst>
          </a:prstGeom>
          <a:solidFill>
            <a:srgbClr val="73839D"/>
          </a:solidFill>
          <a:ln w="63500" cmpd="sng">
            <a:noFill/>
          </a:ln>
        </p:spPr>
        <p:txBody>
          <a:bodyPr vert="horz" wrap="square" lIns="0" tIns="0" rIns="0" bIns="0" numCol="1" rtlCol="0" anchor="ctr" anchorCtr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外部系统</a:t>
            </a:r>
          </a:p>
        </p:txBody>
      </p:sp>
      <p:sp>
        <p:nvSpPr>
          <p:cNvPr id="53" name="上箭头 52"/>
          <p:cNvSpPr/>
          <p:nvPr/>
        </p:nvSpPr>
        <p:spPr>
          <a:xfrm rot="5400000">
            <a:off x="5931535" y="7519035"/>
            <a:ext cx="248920" cy="364490"/>
          </a:xfrm>
          <a:prstGeom prst="upArrow">
            <a:avLst>
              <a:gd name="adj1" fmla="val 41140"/>
              <a:gd name="adj2" fmla="val 76582"/>
            </a:avLst>
          </a:prstGeom>
          <a:solidFill>
            <a:srgbClr val="2FE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6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4982845" y="7547610"/>
            <a:ext cx="915670" cy="276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spc="1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MiSans Medium" panose="00000600000000000000" charset="-122"/>
                <a:sym typeface="+mn-ea"/>
              </a:rPr>
              <a:t>内部连接</a:t>
            </a:r>
            <a:endParaRPr lang="zh-CN" altLang="en-US" sz="1200" spc="1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Inter UI" panose="020B0502030000000004" pitchFamily="34" charset="0"/>
              <a:ea typeface="黑体" panose="02010609060101010101" pitchFamily="49" charset="-122"/>
              <a:cs typeface="MiSans Medium" panose="00000600000000000000" charset="-122"/>
              <a:sym typeface="+mn-ea"/>
            </a:endParaRPr>
          </a:p>
        </p:txBody>
      </p:sp>
      <p:sp>
        <p:nvSpPr>
          <p:cNvPr id="55" name="上箭头 128"/>
          <p:cNvSpPr/>
          <p:nvPr/>
        </p:nvSpPr>
        <p:spPr>
          <a:xfrm rot="5400000">
            <a:off x="7377430" y="7503795"/>
            <a:ext cx="276860" cy="364490"/>
          </a:xfrm>
          <a:prstGeom prst="upArrow">
            <a:avLst>
              <a:gd name="adj1" fmla="val 41140"/>
              <a:gd name="adj2" fmla="val 76582"/>
            </a:avLst>
          </a:prstGeom>
          <a:solidFill>
            <a:srgbClr val="3D5A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>
                  <a:alpha val="5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6442710" y="7546975"/>
            <a:ext cx="915670" cy="276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spc="1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MiSans Medium" panose="00000600000000000000" charset="-122"/>
                <a:sym typeface="+mn-ea"/>
              </a:rPr>
              <a:t>外部连接</a:t>
            </a:r>
            <a:endParaRPr lang="zh-CN" altLang="en-US" sz="1200" spc="1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Inter UI" panose="020B0502030000000004" pitchFamily="34" charset="0"/>
              <a:ea typeface="黑体" panose="02010609060101010101" pitchFamily="49" charset="-122"/>
              <a:cs typeface="MiSans Medium" panose="00000600000000000000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11506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  <p:sldLayoutId id="2147483845" r:id="rId14"/>
    <p:sldLayoutId id="2147483846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notesSlide" Target="../notesSlides/notesSlide3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notesSlide" Target="../notesSlides/notesSlide3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6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ightAccent"/>
          <p:cNvSpPr/>
          <p:nvPr/>
        </p:nvSpPr>
        <p:spPr>
          <a:xfrm>
            <a:off x="9525000" y="1270000"/>
            <a:ext cx="2286000" cy="2286000"/>
          </a:xfrm>
          <a:prstGeom prst="ellipse">
            <a:avLst/>
          </a:prstGeom>
          <a:solidFill>
            <a:srgbClr val="E53935">
              <a:alpha val="6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RightAccent2"/>
          <p:cNvSpPr/>
          <p:nvPr/>
        </p:nvSpPr>
        <p:spPr>
          <a:xfrm>
            <a:off x="10541000" y="3302000"/>
            <a:ext cx="1270000" cy="1270000"/>
          </a:xfrm>
          <a:prstGeom prst="ellipse">
            <a:avLst/>
          </a:prstGeom>
          <a:solidFill>
            <a:srgbClr val="2B5EC7">
              <a:alpha val="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AccentBar"/>
          <p:cNvSpPr/>
          <p:nvPr/>
        </p:nvSpPr>
        <p:spPr>
          <a:xfrm>
            <a:off x="457200" y="1968500"/>
            <a:ext cx="63500" cy="26670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736600" y="1905000"/>
            <a:ext cx="1066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Sans Normal"/>
              </a:defRPr>
            </a:pPr>
            <a:r>
              <a:t>国元证券全资产POMS平台解决方案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0" y="2438400"/>
            <a:ext cx="10795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  <a:latin typeface="MiSans Normal"/>
              </a:defRPr>
            </a:pPr>
            <a:r>
              <a:rPr dirty="0" err="1"/>
              <a:t>华锐POMS：千亿资金的智慧管理引擎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6600" y="3454400"/>
            <a:ext cx="1066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Sans Normal"/>
              </a:defRPr>
            </a:pPr>
            <a:r>
              <a:t>中国版Mini-Aladdin  ·  配得优·算得快·控得稳·连得通·领得先</a:t>
            </a:r>
          </a:p>
        </p:txBody>
      </p:sp>
      <p:sp>
        <p:nvSpPr>
          <p:cNvPr id="5" name="Rectangle 4"/>
          <p:cNvSpPr/>
          <p:nvPr/>
        </p:nvSpPr>
        <p:spPr>
          <a:xfrm>
            <a:off x="774700" y="4089400"/>
            <a:ext cx="2032000" cy="3810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6600" y="4292600"/>
            <a:ext cx="635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Sans Normal"/>
              </a:defRPr>
            </a:pPr>
            <a:r>
              <a:t>华锐科技  ·  2026年Q2</a:t>
            </a:r>
          </a:p>
        </p:txBody>
      </p:sp>
      <p:sp>
        <p:nvSpPr>
          <p:cNvPr id="21" name="BottomStrip"/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F2060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BottomText"/>
          <p:cNvSpPr/>
          <p:nvPr/>
        </p:nvSpPr>
        <p:spPr>
          <a:xfrm>
            <a:off x="736600" y="5994400"/>
            <a:ext cx="107188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zh-CN" sz="2400" b="1" dirty="0">
                <a:solidFill>
                  <a:srgbClr val="FFFFFF"/>
                </a:solidFill>
                <a:latin typeface="MiSans Normal"/>
                <a:ea typeface="MiSans Normal"/>
              </a:rPr>
              <a:t>FICC全品种覆盖</a:t>
            </a:r>
            <a:r>
              <a:rPr lang="zh-CN" sz="1600" dirty="0">
                <a:solidFill>
                  <a:srgbClr val="FFFFFF">
                    <a:alpha val="60000"/>
                  </a:srgbClr>
                </a:solidFill>
                <a:latin typeface="MiSans Normal"/>
                <a:ea typeface="MiSans Normal"/>
              </a:rPr>
              <a:t xml:space="preserve">    |    </a:t>
            </a:r>
            <a:r>
              <a:rPr lang="zh-CN" sz="2400" b="1" dirty="0">
                <a:solidFill>
                  <a:srgbClr val="FFFFFF"/>
                </a:solidFill>
                <a:latin typeface="MiSans Normal"/>
                <a:ea typeface="MiSans Normal"/>
              </a:rPr>
              <a:t>18个月上线</a:t>
            </a:r>
            <a:r>
              <a:rPr lang="zh-CN" sz="1600" dirty="0">
                <a:solidFill>
                  <a:srgbClr val="FFFFFF">
                    <a:alpha val="60000"/>
                  </a:srgbClr>
                </a:solidFill>
                <a:latin typeface="MiSans Normal"/>
                <a:ea typeface="MiSans Normal"/>
              </a:rPr>
              <a:t xml:space="preserve">    |    </a:t>
            </a:r>
            <a:r>
              <a:rPr lang="zh-CN" sz="2400" b="1" dirty="0">
                <a:solidFill>
                  <a:srgbClr val="FFFFFF"/>
                </a:solidFill>
                <a:latin typeface="MiSans Normal"/>
                <a:ea typeface="MiSans Normal"/>
              </a:rPr>
              <a:t>100%信创合规</a:t>
            </a:r>
            <a:r>
              <a:rPr lang="zh-CN" sz="1600" dirty="0">
                <a:solidFill>
                  <a:srgbClr val="FFFFFF">
                    <a:alpha val="60000"/>
                  </a:srgbClr>
                </a:solidFill>
                <a:latin typeface="MiSans Normal"/>
                <a:ea typeface="MiSans Normal"/>
              </a:rPr>
              <a:t xml:space="preserve">    |    </a:t>
            </a:r>
            <a:r>
              <a:rPr lang="zh-CN" sz="2400" b="1" dirty="0">
                <a:solidFill>
                  <a:srgbClr val="FFFFFF"/>
                </a:solidFill>
                <a:latin typeface="MiSans Normal"/>
                <a:ea typeface="MiSans Normal"/>
              </a:rPr>
              <a:t>毫秒级计算</a:t>
            </a:r>
          </a:p>
        </p:txBody>
      </p:sp>
    </p:spTree>
    <p:extLst>
      <p:ext uri="{BB962C8B-B14F-4D97-AF65-F5344CB8AC3E}">
        <p14:creationId xmlns:p14="http://schemas.microsoft.com/office/powerpoint/2010/main" val="2093701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Sans Normal"/>
              </a:defRPr>
            </a:pPr>
            <a:r>
              <a:t>国元自营：四年四倍增长，正站在能力跃升的关键窗口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Situation — 近千亿规模 · 战略机遇 · 必须行动的三重驱动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4712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现状与数据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关键含义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自营规模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近千亿AUM，2025H1自营收入14.6亿（+43%营收占比）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千亿规模下，每0.1%收益/风险改善 = 1亿价值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收益目标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低波动6-7%稳定收益战略目标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需要全资产精细化管理，而非单一利率债方向判断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杠杆规模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约500亿回购融资杠杆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融资成本管理、流动性风险是核心风控议题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年交易量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约3000亿年度交易量（3倍周转）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执行质量每提升1bp = 3000万/年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组织变革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2025年8月重组：设立金融市场委员会+FICC总部+证券投资部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战略转向全FICC一体化，需统一平台支撑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时间窗口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十五五数字化转型+信创替代+IFRS9 2026年全面执行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政策驱动 + 竞争驱动 + 合规驱动三重叠加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26280"/>
            <a:ext cx="11247120" cy="1188720"/>
          </a:xfrm>
          <a:prstGeom prst="rect">
            <a:avLst/>
          </a:prstGeom>
          <a:solidFill>
            <a:srgbClr val="0F2060"/>
          </a:solidFill>
          <a:ln w="12700">
            <a:solidFill>
              <a:srgbClr val="2B5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46177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5EC7"/>
                </a:solidFill>
                <a:latin typeface="MiSans Normal"/>
              </a:defRPr>
            </a:pPr>
            <a:r>
              <a:t>核心命题：POMS不是IT项目，是投资能力的投资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千亿自营资金，每年交易3000亿，管理500亿杠杆——这个规模，需要世界级的管理工具。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华泰/平安平台化已进入深水区。窗口期有限——现在是追赶的最佳时机，延迟的代价是差距指数级拉大。</a:t>
            </a:r>
          </a:p>
        </p:txBody>
      </p:sp>
    </p:spTree>
    <p:extLst>
      <p:ext uri="{BB962C8B-B14F-4D97-AF65-F5344CB8AC3E}">
        <p14:creationId xmlns:p14="http://schemas.microsoft.com/office/powerpoint/2010/main" val="2686587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060"/>
                </a:solidFill>
                <a:latin typeface="MiSans Normal"/>
              </a:defRPr>
            </a:pPr>
            <a:r>
              <a:t>SECTION 1 — COMPLICATION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560320"/>
            <a:ext cx="4572000" cy="4572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Sans Normal"/>
              </a:defRPr>
            </a:pPr>
            <a:r>
              <a:t>五大能力缺口：千亿资金的五个战略制约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Sans Normal"/>
              </a:defRPr>
            </a:pPr>
            <a:r>
              <a:t>配得优 · 算得快 · 控得稳 · 连得通 · 领得先</a:t>
            </a:r>
          </a:p>
        </p:txBody>
      </p:sp>
    </p:spTree>
    <p:extLst>
      <p:ext uri="{BB962C8B-B14F-4D97-AF65-F5344CB8AC3E}">
        <p14:creationId xmlns:p14="http://schemas.microsoft.com/office/powerpoint/2010/main" val="2761181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Sans Normal"/>
              </a:defRPr>
            </a:pPr>
            <a:r>
              <a:t>五大能力跃升目标：从L1起点到L4行业领先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当前能力成熟度 L1，目标 L4——每个缺口都是千亿资金的价值漏损点</a:t>
            </a:r>
          </a:p>
        </p:txBody>
      </p:sp>
      <p:sp>
        <p:nvSpPr>
          <p:cNvPr id="10" name="Card1"/>
          <p:cNvSpPr/>
          <p:nvPr/>
        </p:nvSpPr>
        <p:spPr>
          <a:xfrm>
            <a:off x="558800" y="1041400"/>
            <a:ext cx="3556000" cy="2476500"/>
          </a:xfrm>
          <a:prstGeom prst="roundRect">
            <a:avLst>
              <a:gd name="adj" fmla="val 5714"/>
            </a:avLst>
          </a:prstGeom>
          <a:solidFill>
            <a:srgbClr val="1B3275"/>
          </a:solidFill>
          <a:ln w="6350">
            <a:solidFill>
              <a:srgbClr val="1B327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Tag1"/>
          <p:cNvSpPr/>
          <p:nvPr/>
        </p:nvSpPr>
        <p:spPr>
          <a:xfrm>
            <a:off x="711200" y="1168400"/>
            <a:ext cx="914400" cy="279400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</p:spPr>
        <p:txBody>
          <a:bodyPr wrap="square" lIns="18000" tIns="0" rIns="18000" bIns="0" anchor="ctr"/>
          <a:lstStyle/>
          <a:p>
            <a:pPr algn="ctr">
              <a:buNone/>
            </a:pPr>
            <a:r>
              <a:rPr lang="zh-CN" sz="1100" b="1" dirty="0">
                <a:solidFill>
                  <a:srgbClr val="0F2060"/>
                </a:solidFill>
                <a:latin typeface="MiSans Normal"/>
                <a:ea typeface="MiSans Normal"/>
              </a:rPr>
              <a:t>配得优</a:t>
            </a:r>
          </a:p>
        </p:txBody>
      </p:sp>
      <p:sp>
        <p:nvSpPr>
          <p:cNvPr id="12" name="Title1"/>
          <p:cNvSpPr/>
          <p:nvPr/>
        </p:nvSpPr>
        <p:spPr>
          <a:xfrm>
            <a:off x="711200" y="1524000"/>
            <a:ext cx="32512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600" b="1" dirty="0">
                <a:solidFill>
                  <a:srgbClr val="FFFFFF"/>
                </a:solidFill>
                <a:latin typeface="MiSans Normal"/>
                <a:ea typeface="MiSans Normal"/>
              </a:rPr>
              <a:t>① 全资产组合管理</a:t>
            </a:r>
          </a:p>
        </p:txBody>
      </p:sp>
      <p:sp>
        <p:nvSpPr>
          <p:cNvPr id="13" name="Bar1"/>
          <p:cNvSpPr/>
          <p:nvPr/>
        </p:nvSpPr>
        <p:spPr>
          <a:xfrm>
            <a:off x="711200" y="1930400"/>
            <a:ext cx="3251200" cy="355600"/>
          </a:xfrm>
          <a:prstGeom prst="roundRect">
            <a:avLst>
              <a:gd name="adj" fmla="val 30000"/>
            </a:avLst>
          </a:prstGeom>
          <a:solidFill>
            <a:srgbClr val="1B3275"/>
          </a:solidFill>
          <a:ln>
            <a:noFill/>
          </a:ln>
        </p:spPr>
        <p:txBody>
          <a:bodyPr wrap="square" lIns="36000" tIns="0" rIns="3600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Sans Normal"/>
                <a:ea typeface="MiSans Normal"/>
              </a:rPr>
              <a:t>L1</a:t>
            </a:r>
            <a:r>
              <a:rPr lang="en-US" sz="1400" dirty="0">
                <a:solidFill>
                  <a:srgbClr val="FFFFFF"/>
                </a:solidFill>
                <a:latin typeface="MiSans Normal"/>
                <a:ea typeface="MiSans Normal"/>
              </a:rPr>
              <a:t xml:space="preserve">  →  </a:t>
            </a:r>
            <a:r>
              <a:rPr lang="en-US" sz="1400" b="1" dirty="0">
                <a:solidFill>
                  <a:srgbClr val="3B7DD8"/>
                </a:solidFill>
                <a:latin typeface="MiSans Normal"/>
                <a:ea typeface="MiSans Normal"/>
              </a:rPr>
              <a:t>L4</a:t>
            </a:r>
          </a:p>
        </p:txBody>
      </p:sp>
      <p:sp>
        <p:nvSpPr>
          <p:cNvPr id="14" name="Div1"/>
          <p:cNvSpPr/>
          <p:nvPr/>
        </p:nvSpPr>
        <p:spPr>
          <a:xfrm>
            <a:off x="863600" y="2362200"/>
            <a:ext cx="2946400" cy="19050"/>
          </a:xfrm>
          <a:prstGeom prst="rect">
            <a:avLst/>
          </a:prstGeom>
          <a:solidFill>
            <a:srgbClr val="2B5EC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Prob1"/>
          <p:cNvSpPr/>
          <p:nvPr/>
        </p:nvSpPr>
        <p:spPr>
          <a:xfrm>
            <a:off x="711200" y="2438400"/>
            <a:ext cx="32512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200" dirty="0">
                <a:solidFill>
                  <a:srgbClr val="D6E4F7"/>
                </a:solidFill>
                <a:latin typeface="MiSans Normal"/>
                <a:ea typeface="MiSans Normal"/>
              </a:rPr>
              <a:t>只有利率债，看不到全资产机会；组合靠拍脑袋调仓</a:t>
            </a:r>
          </a:p>
        </p:txBody>
      </p:sp>
      <p:sp>
        <p:nvSpPr>
          <p:cNvPr id="16" name="Card2"/>
          <p:cNvSpPr/>
          <p:nvPr/>
        </p:nvSpPr>
        <p:spPr>
          <a:xfrm>
            <a:off x="4292600" y="1041400"/>
            <a:ext cx="3556000" cy="2476500"/>
          </a:xfrm>
          <a:prstGeom prst="roundRect">
            <a:avLst>
              <a:gd name="adj" fmla="val 5714"/>
            </a:avLst>
          </a:prstGeom>
          <a:solidFill>
            <a:srgbClr val="1B3275"/>
          </a:solidFill>
          <a:ln w="6350">
            <a:solidFill>
              <a:srgbClr val="1B327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Tag2"/>
          <p:cNvSpPr/>
          <p:nvPr/>
        </p:nvSpPr>
        <p:spPr>
          <a:xfrm>
            <a:off x="4445000" y="1168400"/>
            <a:ext cx="914400" cy="279400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</p:spPr>
        <p:txBody>
          <a:bodyPr wrap="square" lIns="18000" tIns="0" rIns="18000" bIns="0" anchor="ctr"/>
          <a:lstStyle/>
          <a:p>
            <a:pPr algn="ctr">
              <a:buNone/>
            </a:pPr>
            <a:r>
              <a:rPr lang="zh-CN" sz="1100" b="1" dirty="0">
                <a:solidFill>
                  <a:srgbClr val="0F2060"/>
                </a:solidFill>
                <a:latin typeface="MiSans Normal"/>
                <a:ea typeface="MiSans Normal"/>
              </a:rPr>
              <a:t>算得快</a:t>
            </a:r>
          </a:p>
        </p:txBody>
      </p:sp>
      <p:sp>
        <p:nvSpPr>
          <p:cNvPr id="18" name="Title2"/>
          <p:cNvSpPr/>
          <p:nvPr/>
        </p:nvSpPr>
        <p:spPr>
          <a:xfrm>
            <a:off x="4445000" y="1524000"/>
            <a:ext cx="32512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600" b="1" dirty="0">
                <a:solidFill>
                  <a:srgbClr val="FFFFFF"/>
                </a:solidFill>
                <a:latin typeface="MiSans Normal"/>
                <a:ea typeface="MiSans Normal"/>
              </a:rPr>
              <a:t>② 高性能计算</a:t>
            </a:r>
          </a:p>
        </p:txBody>
      </p:sp>
      <p:sp>
        <p:nvSpPr>
          <p:cNvPr id="19" name="Bar2"/>
          <p:cNvSpPr/>
          <p:nvPr/>
        </p:nvSpPr>
        <p:spPr>
          <a:xfrm>
            <a:off x="4445000" y="1930400"/>
            <a:ext cx="3251200" cy="355600"/>
          </a:xfrm>
          <a:prstGeom prst="roundRect">
            <a:avLst>
              <a:gd name="adj" fmla="val 30000"/>
            </a:avLst>
          </a:prstGeom>
          <a:solidFill>
            <a:srgbClr val="1B3275"/>
          </a:solidFill>
          <a:ln>
            <a:noFill/>
          </a:ln>
        </p:spPr>
        <p:txBody>
          <a:bodyPr wrap="square" lIns="36000" tIns="0" rIns="3600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Sans Normal"/>
                <a:ea typeface="MiSans Normal"/>
              </a:rPr>
              <a:t>L1</a:t>
            </a:r>
            <a:r>
              <a:rPr lang="en-US" sz="1400" dirty="0">
                <a:solidFill>
                  <a:srgbClr val="FFFFFF"/>
                </a:solidFill>
                <a:latin typeface="MiSans Normal"/>
                <a:ea typeface="MiSans Normal"/>
              </a:rPr>
              <a:t xml:space="preserve">  →  </a:t>
            </a:r>
            <a:r>
              <a:rPr lang="en-US" sz="1400" b="1" dirty="0">
                <a:solidFill>
                  <a:srgbClr val="3B7DD8"/>
                </a:solidFill>
                <a:latin typeface="MiSans Normal"/>
                <a:ea typeface="MiSans Normal"/>
              </a:rPr>
              <a:t>L4</a:t>
            </a:r>
          </a:p>
        </p:txBody>
      </p:sp>
      <p:sp>
        <p:nvSpPr>
          <p:cNvPr id="20" name="Div2"/>
          <p:cNvSpPr/>
          <p:nvPr/>
        </p:nvSpPr>
        <p:spPr>
          <a:xfrm>
            <a:off x="4597400" y="2362200"/>
            <a:ext cx="2946400" cy="19050"/>
          </a:xfrm>
          <a:prstGeom prst="rect">
            <a:avLst/>
          </a:prstGeom>
          <a:solidFill>
            <a:srgbClr val="2B5EC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Prob2"/>
          <p:cNvSpPr/>
          <p:nvPr/>
        </p:nvSpPr>
        <p:spPr>
          <a:xfrm>
            <a:off x="4445000" y="2438400"/>
            <a:ext cx="32512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200" dirty="0">
                <a:solidFill>
                  <a:srgbClr val="D6E4F7"/>
                </a:solidFill>
                <a:latin typeface="MiSans Normal"/>
                <a:ea typeface="MiSans Normal"/>
              </a:rPr>
              <a:t>风险T+1，无实时估值；定价依赖Bloomberg</a:t>
            </a:r>
          </a:p>
        </p:txBody>
      </p:sp>
      <p:sp>
        <p:nvSpPr>
          <p:cNvPr id="22" name="Card3"/>
          <p:cNvSpPr/>
          <p:nvPr/>
        </p:nvSpPr>
        <p:spPr>
          <a:xfrm>
            <a:off x="8026400" y="1041400"/>
            <a:ext cx="3556000" cy="2476500"/>
          </a:xfrm>
          <a:prstGeom prst="roundRect">
            <a:avLst>
              <a:gd name="adj" fmla="val 5714"/>
            </a:avLst>
          </a:prstGeom>
          <a:solidFill>
            <a:srgbClr val="1B3275"/>
          </a:solidFill>
          <a:ln w="6350">
            <a:solidFill>
              <a:srgbClr val="1B327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Tag3"/>
          <p:cNvSpPr/>
          <p:nvPr/>
        </p:nvSpPr>
        <p:spPr>
          <a:xfrm>
            <a:off x="8178800" y="1168400"/>
            <a:ext cx="914400" cy="279400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</p:spPr>
        <p:txBody>
          <a:bodyPr wrap="square" lIns="18000" tIns="0" rIns="18000" bIns="0" anchor="ctr"/>
          <a:lstStyle/>
          <a:p>
            <a:pPr algn="ctr">
              <a:buNone/>
            </a:pPr>
            <a:r>
              <a:rPr lang="zh-CN" sz="1100" b="1" dirty="0">
                <a:solidFill>
                  <a:srgbClr val="0F2060"/>
                </a:solidFill>
                <a:latin typeface="MiSans Normal"/>
                <a:ea typeface="MiSans Normal"/>
              </a:rPr>
              <a:t>算得快</a:t>
            </a:r>
          </a:p>
        </p:txBody>
      </p:sp>
      <p:sp>
        <p:nvSpPr>
          <p:cNvPr id="24" name="Title3"/>
          <p:cNvSpPr/>
          <p:nvPr/>
        </p:nvSpPr>
        <p:spPr>
          <a:xfrm>
            <a:off x="8178800" y="1524000"/>
            <a:ext cx="32512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600" b="1" dirty="0">
                <a:solidFill>
                  <a:srgbClr val="FFFFFF"/>
                </a:solidFill>
                <a:latin typeface="MiSans Normal"/>
                <a:ea typeface="MiSans Normal"/>
              </a:rPr>
              <a:t>③ 量化策略</a:t>
            </a:r>
          </a:p>
        </p:txBody>
      </p:sp>
      <p:sp>
        <p:nvSpPr>
          <p:cNvPr id="25" name="Bar3"/>
          <p:cNvSpPr/>
          <p:nvPr/>
        </p:nvSpPr>
        <p:spPr>
          <a:xfrm>
            <a:off x="8178800" y="1930400"/>
            <a:ext cx="3251200" cy="355600"/>
          </a:xfrm>
          <a:prstGeom prst="roundRect">
            <a:avLst>
              <a:gd name="adj" fmla="val 30000"/>
            </a:avLst>
          </a:prstGeom>
          <a:solidFill>
            <a:srgbClr val="1B3275"/>
          </a:solidFill>
          <a:ln>
            <a:noFill/>
          </a:ln>
        </p:spPr>
        <p:txBody>
          <a:bodyPr wrap="square" lIns="36000" tIns="0" rIns="3600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Sans Normal"/>
                <a:ea typeface="MiSans Normal"/>
              </a:rPr>
              <a:t>L0</a:t>
            </a:r>
            <a:r>
              <a:rPr lang="en-US" sz="1400" dirty="0">
                <a:solidFill>
                  <a:srgbClr val="FFFFFF"/>
                </a:solidFill>
                <a:latin typeface="MiSans Normal"/>
                <a:ea typeface="MiSans Normal"/>
              </a:rPr>
              <a:t xml:space="preserve">  →  </a:t>
            </a:r>
            <a:r>
              <a:rPr lang="en-US" sz="1400" b="1" dirty="0">
                <a:solidFill>
                  <a:srgbClr val="3B7DD8"/>
                </a:solidFill>
                <a:latin typeface="MiSans Normal"/>
                <a:ea typeface="MiSans Normal"/>
              </a:rPr>
              <a:t>L3</a:t>
            </a:r>
          </a:p>
        </p:txBody>
      </p:sp>
      <p:sp>
        <p:nvSpPr>
          <p:cNvPr id="26" name="Div3"/>
          <p:cNvSpPr/>
          <p:nvPr/>
        </p:nvSpPr>
        <p:spPr>
          <a:xfrm>
            <a:off x="8331200" y="2362200"/>
            <a:ext cx="2946400" cy="19050"/>
          </a:xfrm>
          <a:prstGeom prst="rect">
            <a:avLst/>
          </a:prstGeom>
          <a:solidFill>
            <a:srgbClr val="2B5EC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Prob3"/>
          <p:cNvSpPr/>
          <p:nvPr/>
        </p:nvSpPr>
        <p:spPr>
          <a:xfrm>
            <a:off x="8178800" y="2438400"/>
            <a:ext cx="32512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200" dirty="0">
                <a:solidFill>
                  <a:srgbClr val="D6E4F7"/>
                </a:solidFill>
                <a:latin typeface="MiSans Normal"/>
                <a:ea typeface="MiSans Normal"/>
              </a:rPr>
              <a:t>无利差/基差/新老券分析工具；策略靠经验</a:t>
            </a:r>
          </a:p>
        </p:txBody>
      </p:sp>
      <p:sp>
        <p:nvSpPr>
          <p:cNvPr id="28" name="Card4"/>
          <p:cNvSpPr/>
          <p:nvPr/>
        </p:nvSpPr>
        <p:spPr>
          <a:xfrm>
            <a:off x="558800" y="3670300"/>
            <a:ext cx="3556000" cy="2476500"/>
          </a:xfrm>
          <a:prstGeom prst="roundRect">
            <a:avLst>
              <a:gd name="adj" fmla="val 5714"/>
            </a:avLst>
          </a:prstGeom>
          <a:solidFill>
            <a:srgbClr val="1B3275"/>
          </a:solidFill>
          <a:ln w="6350">
            <a:solidFill>
              <a:srgbClr val="1B327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Tag4"/>
          <p:cNvSpPr/>
          <p:nvPr/>
        </p:nvSpPr>
        <p:spPr>
          <a:xfrm>
            <a:off x="711200" y="3797300"/>
            <a:ext cx="914400" cy="279400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</p:spPr>
        <p:txBody>
          <a:bodyPr wrap="square" lIns="18000" tIns="0" rIns="18000" bIns="0" anchor="ctr"/>
          <a:lstStyle/>
          <a:p>
            <a:pPr algn="ctr">
              <a:buNone/>
            </a:pPr>
            <a:r>
              <a:rPr lang="zh-CN" sz="1100" b="1" dirty="0">
                <a:solidFill>
                  <a:srgbClr val="0F2060"/>
                </a:solidFill>
                <a:latin typeface="MiSans Normal"/>
                <a:ea typeface="MiSans Normal"/>
              </a:rPr>
              <a:t>控得稳</a:t>
            </a:r>
          </a:p>
        </p:txBody>
      </p:sp>
      <p:sp>
        <p:nvSpPr>
          <p:cNvPr id="30" name="Title4"/>
          <p:cNvSpPr/>
          <p:nvPr/>
        </p:nvSpPr>
        <p:spPr>
          <a:xfrm>
            <a:off x="711200" y="4152900"/>
            <a:ext cx="32512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600" b="1" dirty="0">
                <a:solidFill>
                  <a:srgbClr val="FFFFFF"/>
                </a:solidFill>
                <a:latin typeface="MiSans Normal"/>
                <a:ea typeface="MiSans Normal"/>
              </a:rPr>
              <a:t>④ 实时风控</a:t>
            </a:r>
          </a:p>
        </p:txBody>
      </p:sp>
      <p:sp>
        <p:nvSpPr>
          <p:cNvPr id="31" name="Bar4"/>
          <p:cNvSpPr/>
          <p:nvPr/>
        </p:nvSpPr>
        <p:spPr>
          <a:xfrm>
            <a:off x="711200" y="4559300"/>
            <a:ext cx="3251200" cy="355600"/>
          </a:xfrm>
          <a:prstGeom prst="roundRect">
            <a:avLst>
              <a:gd name="adj" fmla="val 30000"/>
            </a:avLst>
          </a:prstGeom>
          <a:solidFill>
            <a:srgbClr val="1B3275"/>
          </a:solidFill>
          <a:ln>
            <a:noFill/>
          </a:ln>
        </p:spPr>
        <p:txBody>
          <a:bodyPr wrap="square" lIns="36000" tIns="0" rIns="3600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Sans Normal"/>
                <a:ea typeface="MiSans Normal"/>
              </a:rPr>
              <a:t>L1</a:t>
            </a:r>
            <a:r>
              <a:rPr lang="en-US" sz="1400" dirty="0">
                <a:solidFill>
                  <a:srgbClr val="FFFFFF"/>
                </a:solidFill>
                <a:latin typeface="MiSans Normal"/>
                <a:ea typeface="MiSans Normal"/>
              </a:rPr>
              <a:t xml:space="preserve">  →  </a:t>
            </a:r>
            <a:r>
              <a:rPr lang="en-US" sz="1400" b="1" dirty="0">
                <a:solidFill>
                  <a:srgbClr val="3B7DD8"/>
                </a:solidFill>
                <a:latin typeface="MiSans Normal"/>
                <a:ea typeface="MiSans Normal"/>
              </a:rPr>
              <a:t>L4</a:t>
            </a:r>
          </a:p>
        </p:txBody>
      </p:sp>
      <p:sp>
        <p:nvSpPr>
          <p:cNvPr id="32" name="Div4"/>
          <p:cNvSpPr/>
          <p:nvPr/>
        </p:nvSpPr>
        <p:spPr>
          <a:xfrm>
            <a:off x="863600" y="4991100"/>
            <a:ext cx="2946400" cy="19050"/>
          </a:xfrm>
          <a:prstGeom prst="rect">
            <a:avLst/>
          </a:prstGeom>
          <a:solidFill>
            <a:srgbClr val="2B5EC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Prob4"/>
          <p:cNvSpPr/>
          <p:nvPr/>
        </p:nvSpPr>
        <p:spPr>
          <a:xfrm>
            <a:off x="711200" y="5067300"/>
            <a:ext cx="32512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200" dirty="0">
                <a:solidFill>
                  <a:srgbClr val="D6E4F7"/>
                </a:solidFill>
                <a:latin typeface="MiSans Normal"/>
                <a:ea typeface="MiSans Normal"/>
              </a:rPr>
              <a:t>回撤发生才发现；924类极端事件无预案</a:t>
            </a:r>
          </a:p>
        </p:txBody>
      </p:sp>
      <p:sp>
        <p:nvSpPr>
          <p:cNvPr id="34" name="Card5"/>
          <p:cNvSpPr/>
          <p:nvPr/>
        </p:nvSpPr>
        <p:spPr>
          <a:xfrm>
            <a:off x="4292600" y="3670300"/>
            <a:ext cx="3556000" cy="2476500"/>
          </a:xfrm>
          <a:prstGeom prst="roundRect">
            <a:avLst>
              <a:gd name="adj" fmla="val 5714"/>
            </a:avLst>
          </a:prstGeom>
          <a:solidFill>
            <a:srgbClr val="1B3275"/>
          </a:solidFill>
          <a:ln w="6350">
            <a:solidFill>
              <a:srgbClr val="1B327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Tag5"/>
          <p:cNvSpPr/>
          <p:nvPr/>
        </p:nvSpPr>
        <p:spPr>
          <a:xfrm>
            <a:off x="4445000" y="3797300"/>
            <a:ext cx="914400" cy="279400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</p:spPr>
        <p:txBody>
          <a:bodyPr wrap="square" lIns="18000" tIns="0" rIns="18000" bIns="0" anchor="ctr"/>
          <a:lstStyle/>
          <a:p>
            <a:pPr algn="ctr">
              <a:buNone/>
            </a:pPr>
            <a:r>
              <a:rPr lang="zh-CN" sz="1100" b="1" dirty="0">
                <a:solidFill>
                  <a:srgbClr val="0F2060"/>
                </a:solidFill>
                <a:latin typeface="MiSans Normal"/>
                <a:ea typeface="MiSans Normal"/>
              </a:rPr>
              <a:t>连得通</a:t>
            </a:r>
          </a:p>
        </p:txBody>
      </p:sp>
      <p:sp>
        <p:nvSpPr>
          <p:cNvPr id="36" name="Title5"/>
          <p:cNvSpPr/>
          <p:nvPr/>
        </p:nvSpPr>
        <p:spPr>
          <a:xfrm>
            <a:off x="4445000" y="4152900"/>
            <a:ext cx="32512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600" b="1" dirty="0">
                <a:solidFill>
                  <a:srgbClr val="FFFFFF"/>
                </a:solidFill>
                <a:latin typeface="MiSans Normal"/>
                <a:ea typeface="MiSans Normal"/>
              </a:rPr>
              <a:t>⑤ 决策→执行闭环</a:t>
            </a:r>
          </a:p>
        </p:txBody>
      </p:sp>
      <p:sp>
        <p:nvSpPr>
          <p:cNvPr id="37" name="Bar5"/>
          <p:cNvSpPr/>
          <p:nvPr/>
        </p:nvSpPr>
        <p:spPr>
          <a:xfrm>
            <a:off x="4445000" y="4559300"/>
            <a:ext cx="3251200" cy="355600"/>
          </a:xfrm>
          <a:prstGeom prst="roundRect">
            <a:avLst>
              <a:gd name="adj" fmla="val 30000"/>
            </a:avLst>
          </a:prstGeom>
          <a:solidFill>
            <a:srgbClr val="1B3275"/>
          </a:solidFill>
          <a:ln>
            <a:noFill/>
          </a:ln>
        </p:spPr>
        <p:txBody>
          <a:bodyPr wrap="square" lIns="36000" tIns="0" rIns="3600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Sans Normal"/>
                <a:ea typeface="MiSans Normal"/>
              </a:rPr>
              <a:t>L2</a:t>
            </a:r>
            <a:r>
              <a:rPr lang="en-US" sz="1400" dirty="0">
                <a:solidFill>
                  <a:srgbClr val="FFFFFF"/>
                </a:solidFill>
                <a:latin typeface="MiSans Normal"/>
                <a:ea typeface="MiSans Normal"/>
              </a:rPr>
              <a:t xml:space="preserve">  →  </a:t>
            </a:r>
            <a:r>
              <a:rPr lang="en-US" sz="1400" b="1" dirty="0">
                <a:solidFill>
                  <a:srgbClr val="3B7DD8"/>
                </a:solidFill>
                <a:latin typeface="MiSans Normal"/>
                <a:ea typeface="MiSans Normal"/>
              </a:rPr>
              <a:t>L4</a:t>
            </a:r>
          </a:p>
        </p:txBody>
      </p:sp>
      <p:sp>
        <p:nvSpPr>
          <p:cNvPr id="38" name="Div5"/>
          <p:cNvSpPr/>
          <p:nvPr/>
        </p:nvSpPr>
        <p:spPr>
          <a:xfrm>
            <a:off x="4597400" y="4991100"/>
            <a:ext cx="2946400" cy="19050"/>
          </a:xfrm>
          <a:prstGeom prst="rect">
            <a:avLst/>
          </a:prstGeom>
          <a:solidFill>
            <a:srgbClr val="2B5EC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Prob5"/>
          <p:cNvSpPr/>
          <p:nvPr/>
        </p:nvSpPr>
        <p:spPr>
          <a:xfrm>
            <a:off x="4445000" y="5067300"/>
            <a:ext cx="32512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200" dirty="0">
                <a:solidFill>
                  <a:srgbClr val="D6E4F7"/>
                </a:solidFill>
                <a:latin typeface="MiSans Normal"/>
                <a:ea typeface="MiSans Normal"/>
              </a:rPr>
              <a:t>研究与投资脱节；多腿交易无系统支持</a:t>
            </a:r>
          </a:p>
        </p:txBody>
      </p:sp>
      <p:sp>
        <p:nvSpPr>
          <p:cNvPr id="40" name="Card6"/>
          <p:cNvSpPr/>
          <p:nvPr/>
        </p:nvSpPr>
        <p:spPr>
          <a:xfrm>
            <a:off x="8026400" y="3670300"/>
            <a:ext cx="3556000" cy="2476500"/>
          </a:xfrm>
          <a:prstGeom prst="roundRect">
            <a:avLst>
              <a:gd name="adj" fmla="val 5714"/>
            </a:avLst>
          </a:prstGeom>
          <a:solidFill>
            <a:srgbClr val="1B3275"/>
          </a:solidFill>
          <a:ln w="6350">
            <a:solidFill>
              <a:srgbClr val="1B327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Tag6"/>
          <p:cNvSpPr/>
          <p:nvPr/>
        </p:nvSpPr>
        <p:spPr>
          <a:xfrm>
            <a:off x="8178800" y="3797300"/>
            <a:ext cx="914400" cy="279400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</p:spPr>
        <p:txBody>
          <a:bodyPr wrap="square" lIns="18000" tIns="0" rIns="18000" bIns="0" anchor="ctr"/>
          <a:lstStyle/>
          <a:p>
            <a:pPr algn="ctr">
              <a:buNone/>
            </a:pPr>
            <a:r>
              <a:rPr lang="zh-CN" sz="1100" b="1" dirty="0">
                <a:solidFill>
                  <a:srgbClr val="0F2060"/>
                </a:solidFill>
                <a:latin typeface="MiSans Normal"/>
                <a:ea typeface="MiSans Normal"/>
              </a:rPr>
              <a:t>领得先</a:t>
            </a:r>
          </a:p>
        </p:txBody>
      </p:sp>
      <p:sp>
        <p:nvSpPr>
          <p:cNvPr id="42" name="Title6"/>
          <p:cNvSpPr/>
          <p:nvPr/>
        </p:nvSpPr>
        <p:spPr>
          <a:xfrm>
            <a:off x="8178800" y="4152900"/>
            <a:ext cx="32512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600" b="1" dirty="0">
                <a:solidFill>
                  <a:srgbClr val="FFFFFF"/>
                </a:solidFill>
                <a:latin typeface="MiSans Normal"/>
                <a:ea typeface="MiSans Normal"/>
              </a:rPr>
              <a:t>⑥ 信创领先</a:t>
            </a:r>
          </a:p>
        </p:txBody>
      </p:sp>
      <p:sp>
        <p:nvSpPr>
          <p:cNvPr id="43" name="Bar6"/>
          <p:cNvSpPr/>
          <p:nvPr/>
        </p:nvSpPr>
        <p:spPr>
          <a:xfrm>
            <a:off x="8178800" y="4559300"/>
            <a:ext cx="3251200" cy="355600"/>
          </a:xfrm>
          <a:prstGeom prst="roundRect">
            <a:avLst>
              <a:gd name="adj" fmla="val 30000"/>
            </a:avLst>
          </a:prstGeom>
          <a:solidFill>
            <a:srgbClr val="1B3275"/>
          </a:solidFill>
          <a:ln>
            <a:noFill/>
          </a:ln>
        </p:spPr>
        <p:txBody>
          <a:bodyPr wrap="square" lIns="36000" tIns="0" rIns="3600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Sans Normal"/>
                <a:ea typeface="MiSans Normal"/>
              </a:rPr>
              <a:t>L1</a:t>
            </a:r>
            <a:r>
              <a:rPr lang="en-US" sz="1400" dirty="0">
                <a:solidFill>
                  <a:srgbClr val="FFFFFF"/>
                </a:solidFill>
                <a:latin typeface="MiSans Normal"/>
                <a:ea typeface="MiSans Normal"/>
              </a:rPr>
              <a:t xml:space="preserve">  →  </a:t>
            </a:r>
            <a:r>
              <a:rPr lang="en-US" sz="1400" b="1" dirty="0">
                <a:solidFill>
                  <a:srgbClr val="3B7DD8"/>
                </a:solidFill>
                <a:latin typeface="MiSans Normal"/>
                <a:ea typeface="MiSans Normal"/>
              </a:rPr>
              <a:t>L3</a:t>
            </a:r>
          </a:p>
        </p:txBody>
      </p:sp>
      <p:sp>
        <p:nvSpPr>
          <p:cNvPr id="44" name="Div6"/>
          <p:cNvSpPr/>
          <p:nvPr/>
        </p:nvSpPr>
        <p:spPr>
          <a:xfrm>
            <a:off x="8331200" y="4991100"/>
            <a:ext cx="2946400" cy="19050"/>
          </a:xfrm>
          <a:prstGeom prst="rect">
            <a:avLst/>
          </a:prstGeom>
          <a:solidFill>
            <a:srgbClr val="2B5EC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Prob6"/>
          <p:cNvSpPr/>
          <p:nvPr/>
        </p:nvSpPr>
        <p:spPr>
          <a:xfrm>
            <a:off x="8178800" y="5067300"/>
            <a:ext cx="32512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200" dirty="0">
                <a:solidFill>
                  <a:srgbClr val="D6E4F7"/>
                </a:solidFill>
                <a:latin typeface="MiSans Normal"/>
                <a:ea typeface="MiSans Normal"/>
              </a:rPr>
              <a:t>依赖Calypso/Bloomberg，信创压力大</a:t>
            </a:r>
          </a:p>
        </p:txBody>
      </p:sp>
      <p:sp>
        <p:nvSpPr>
          <p:cNvPr id="46" name="Takeaway"/>
          <p:cNvSpPr/>
          <p:nvPr/>
        </p:nvSpPr>
        <p:spPr>
          <a:xfrm>
            <a:off x="558800" y="6223000"/>
            <a:ext cx="11074400" cy="533400"/>
          </a:xfrm>
          <a:prstGeom prst="roundRect">
            <a:avLst>
              <a:gd name="adj" fmla="val 5714"/>
            </a:avLst>
          </a:prstGeom>
          <a:solidFill>
            <a:srgbClr val="0F2060"/>
          </a:solidFill>
          <a:ln>
            <a:noFill/>
          </a:ln>
        </p:spPr>
        <p:txBody>
          <a:bodyPr wrap="square" lIns="108000" tIns="18000" rIns="108000" bIns="18000" anchor="ctr"/>
          <a:lstStyle/>
          <a:p>
            <a:pPr algn="l">
              <a:buNone/>
            </a:pPr>
            <a:r>
              <a:rPr lang="zh-CN" sz="1400" b="1" dirty="0">
                <a:solidFill>
                  <a:srgbClr val="FFFFFF"/>
                </a:solidFill>
                <a:latin typeface="MiSans Normal"/>
                <a:ea typeface="MiSans Normal"/>
              </a:rPr>
              <a:t>五大缺口相互依赖</a:t>
            </a:r>
            <a:r>
              <a:rPr lang="zh-CN" sz="1400" dirty="0">
                <a:solidFill>
                  <a:srgbClr val="FFFFFF"/>
                </a:solidFill>
                <a:latin typeface="MiSans Normal"/>
                <a:ea typeface="MiSans Normal"/>
              </a:rPr>
              <a:t xml:space="preserve">  |  没有组合管理引擎，计算能力无处落脚；没有实时风控，量化策略无法放量</a:t>
            </a:r>
          </a:p>
        </p:txBody>
      </p:sp>
    </p:spTree>
    <p:extLst>
      <p:ext uri="{BB962C8B-B14F-4D97-AF65-F5344CB8AC3E}">
        <p14:creationId xmlns:p14="http://schemas.microsoft.com/office/powerpoint/2010/main" val="1237504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Sans Normal"/>
              </a:defRPr>
            </a:pPr>
            <a:r>
              <a:t>缺口①【配得优】：千亿资金看不到全局，配置靠经验而非数据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当前L1 — 3个系统才能拼出全貌；跨资产机会系统性错失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394960" cy="4297680"/>
          </a:xfrm>
          <a:prstGeom prst="rect">
            <a:avLst/>
          </a:prstGeom>
          <a:solidFill>
            <a:srgbClr val="1B3275"/>
          </a:solidFill>
          <a:ln w="12700">
            <a:solidFill>
              <a:srgbClr val="1B3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521208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060"/>
                </a:solidFill>
                <a:latin typeface="MiSans Normal"/>
              </a:defRPr>
            </a:pPr>
            <a:r>
              <a:t>当前痛点（As-Is）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▪ 打开3个系统才能拼出昨日完整持仓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▪ 利率债、权益、黄金分散在不同账户，无统一视图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▪ 跨资产相关性分析靠Excel，每次需2-3天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▪ 组合调仓靠投资经理经验，无数量化依据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▪ 公司→部门→交易台→个人贡献无法穿透评估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▪ 虚拟组合/what-if试算没有工具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▪ SAA战略指令无法量化传导到TAA执行层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024128"/>
            <a:ext cx="5715000" cy="4297680"/>
          </a:xfrm>
          <a:prstGeom prst="rect">
            <a:avLst/>
          </a:prstGeom>
          <a:solidFill>
            <a:srgbClr val="1B3275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080760" y="1097280"/>
            <a:ext cx="553212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7DD8"/>
                </a:solidFill>
                <a:latin typeface="MiSans Normal"/>
              </a:defRPr>
            </a:pPr>
            <a:r>
              <a:t>POMS解决方案（To-Be）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✓ 全资产统一持仓模型：8大类资产一屏管理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✓ 多层组合树：公司→部门→策略→个人，穿透实时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✓ 因子驱动：2,200+风险因子重构配置决策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✓ QP优化引擎：500+约束下自动求最优调仓路径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✓ 跨资产相关性矩阵：实时识别'假分散'陷阱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✓ Shadow Portfolio：100+虚拟组合并行试算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✓ SAA→TAA：投委会战略指令→量化执行，零偏差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486400"/>
            <a:ext cx="11247120" cy="777240"/>
          </a:xfrm>
          <a:prstGeom prst="rect">
            <a:avLst/>
          </a:prstGeom>
          <a:solidFill>
            <a:srgbClr val="0F2060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55778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7DD8"/>
                </a:solidFill>
                <a:latin typeface="MiSans Normal"/>
              </a:defRPr>
            </a:pPr>
            <a:r>
              <a:t>价值量化（千亿AUM）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配置优化收益+0.02%-0.05% → 每年增加2000-5000万  |  再平衡效率提升 → 减少跟踪误差5-10bps = 2000-3000万/年</a:t>
            </a:r>
          </a:p>
        </p:txBody>
      </p:sp>
    </p:spTree>
    <p:extLst>
      <p:ext uri="{BB962C8B-B14F-4D97-AF65-F5344CB8AC3E}">
        <p14:creationId xmlns:p14="http://schemas.microsoft.com/office/powerpoint/2010/main" val="3117218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Sans Normal"/>
              </a:defRPr>
            </a:pPr>
            <a:r>
              <a:t>缺口②③【算得快】：风险T+1、定价依赖外部、利差策略无工具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当前L1 — 实时计算能力缺失使相对价值策略无从落地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617720"/>
            <a:ext cx="2560320" cy="868680"/>
          </a:xfrm>
          <a:prstGeom prst="rect">
            <a:avLst/>
          </a:prstGeom>
          <a:solidFill>
            <a:srgbClr val="0F2060"/>
          </a:solidFill>
          <a:ln w="12700">
            <a:solidFill>
              <a:srgbClr val="2B5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46634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B5EC7"/>
                </a:solidFill>
                <a:latin typeface="MiSans Normal"/>
              </a:defRPr>
            </a:pPr>
            <a:r>
              <a:t>2,000+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持仓规模</a:t>
            </a:r>
            <a:br/>
            <a:r>
              <a:t>(2000次定价/秒)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4617720"/>
            <a:ext cx="2560320" cy="868680"/>
          </a:xfrm>
          <a:prstGeom prst="rect">
            <a:avLst/>
          </a:prstGeom>
          <a:solidFill>
            <a:srgbClr val="0F2060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80" y="46634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7DD8"/>
                </a:solidFill>
                <a:latin typeface="MiSans Normal"/>
              </a:defRPr>
            </a:pPr>
            <a:r>
              <a:t>毫秒级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5074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定价与估值</a:t>
            </a:r>
            <a:br/>
            <a:r>
              <a:t>响应延迟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4617720"/>
            <a:ext cx="2560320" cy="868680"/>
          </a:xfrm>
          <a:prstGeom prst="rect">
            <a:avLst/>
          </a:prstGeom>
          <a:solidFill>
            <a:srgbClr val="0F2060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46634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Sans Normal"/>
              </a:defRPr>
            </a:pPr>
            <a:r>
              <a:t>10万+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5074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CEP事件吞吐</a:t>
            </a:r>
            <a:br/>
            <a:r>
              <a:t>(events/sec)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4617720"/>
            <a:ext cx="2560320" cy="868680"/>
          </a:xfrm>
          <a:prstGeom prst="rect">
            <a:avLst/>
          </a:prstGeom>
          <a:solidFill>
            <a:srgbClr val="0F2060"/>
          </a:solidFill>
          <a:ln w="12700">
            <a:solidFill>
              <a:srgbClr val="0F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52560" y="46634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2060"/>
                </a:solidFill>
                <a:latin typeface="MiSans Normal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5074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Bloomberg依赖</a:t>
            </a:r>
            <a:br/>
            <a:r>
              <a:t>(完全自研替代)</a:t>
            </a:r>
          </a:p>
        </p:txBody>
      </p:sp>
      <p:sp>
        <p:nvSpPr>
          <p:cNvPr id="30" name="PCard1"/>
          <p:cNvSpPr/>
          <p:nvPr/>
        </p:nvSpPr>
        <p:spPr>
          <a:xfrm>
            <a:off x="558800" y="1041400"/>
            <a:ext cx="2133600" cy="3225800"/>
          </a:xfrm>
          <a:prstGeom prst="roundRect">
            <a:avLst>
              <a:gd name="adj" fmla="val 5714"/>
            </a:avLst>
          </a:prstGeom>
          <a:solidFill>
            <a:srgbClr val="1B3275"/>
          </a:solidFill>
          <a:ln w="6350">
            <a:solidFill>
              <a:srgbClr val="1B327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PTitle1"/>
          <p:cNvSpPr/>
          <p:nvPr/>
        </p:nvSpPr>
        <p:spPr>
          <a:xfrm>
            <a:off x="685800" y="1168400"/>
            <a:ext cx="18796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zh-CN" sz="1600" b="1" dirty="0">
                <a:solidFill>
                  <a:srgbClr val="FFFFFF"/>
                </a:solidFill>
                <a:latin typeface="MiSans Normal"/>
                <a:ea typeface="MiSans Normal"/>
              </a:rPr>
              <a:t>风险计量</a:t>
            </a:r>
          </a:p>
        </p:txBody>
      </p:sp>
      <p:sp>
        <p:nvSpPr>
          <p:cNvPr id="32" name="PDiv1"/>
          <p:cNvSpPr/>
          <p:nvPr/>
        </p:nvSpPr>
        <p:spPr>
          <a:xfrm>
            <a:off x="863600" y="1574800"/>
            <a:ext cx="1524000" cy="254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PStatus1"/>
          <p:cNvSpPr/>
          <p:nvPr/>
        </p:nvSpPr>
        <p:spPr>
          <a:xfrm>
            <a:off x="685800" y="1701800"/>
            <a:ext cx="18796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zh-CN" sz="1100" b="1" dirty="0">
                <a:solidFill>
                  <a:srgbClr val="FFFFFF"/>
                </a:solidFill>
                <a:latin typeface="MiSans Normal"/>
                <a:ea typeface="MiSans Normal"/>
              </a:rPr>
              <a:t>✖ 当前</a:t>
            </a:r>
          </a:p>
          <a:p>
            <a:pPr algn="ctr">
              <a:buNone/>
            </a:pPr>
            <a:r>
              <a:rPr lang="zh-CN" sz="1200" dirty="0">
                <a:solidFill>
                  <a:srgbClr val="D6E4F7"/>
                </a:solidFill>
                <a:latin typeface="MiSans Normal"/>
                <a:ea typeface="MiSans Normal"/>
              </a:rPr>
              <a:t>T+1批量跑批</a:t>
            </a:r>
          </a:p>
        </p:txBody>
      </p:sp>
      <p:sp>
        <p:nvSpPr>
          <p:cNvPr id="34" name="PArrow1"/>
          <p:cNvSpPr/>
          <p:nvPr/>
        </p:nvSpPr>
        <p:spPr>
          <a:xfrm>
            <a:off x="1320800" y="2692400"/>
            <a:ext cx="609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600" dirty="0">
                <a:solidFill>
                  <a:srgbClr val="3B7DD8"/>
                </a:solidFill>
                <a:latin typeface="MiSans Normal"/>
              </a:rPr>
              <a:t>↓</a:t>
            </a:r>
          </a:p>
        </p:txBody>
      </p:sp>
      <p:sp>
        <p:nvSpPr>
          <p:cNvPr id="35" name="PSol1"/>
          <p:cNvSpPr/>
          <p:nvPr/>
        </p:nvSpPr>
        <p:spPr>
          <a:xfrm>
            <a:off x="685800" y="2997200"/>
            <a:ext cx="1879600" cy="1143000"/>
          </a:xfrm>
          <a:prstGeom prst="roundRect">
            <a:avLst>
              <a:gd name="adj" fmla="val 5714"/>
            </a:avLst>
          </a:prstGeom>
          <a:solidFill>
            <a:srgbClr val="1B3275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zh-CN" sz="1100" b="1" dirty="0">
                <a:solidFill>
                  <a:srgbClr val="3B7DD8"/>
                </a:solidFill>
                <a:latin typeface="MiSans Normal"/>
                <a:ea typeface="MiSans Normal"/>
              </a:rPr>
              <a:t>✔ POMS方案</a:t>
            </a:r>
          </a:p>
          <a:p>
            <a:pPr algn="ctr">
              <a:buNone/>
            </a:pPr>
            <a:r>
              <a:rPr lang="zh-CN" sz="1200" b="1" dirty="0">
                <a:solidFill>
                  <a:srgbClr val="FFFFFF"/>
                </a:solidFill>
                <a:latin typeface="MiSans Normal"/>
                <a:ea typeface="MiSans Normal"/>
              </a:rPr>
              <a:t>VaR/CVaR秒级全量计算</a:t>
            </a:r>
          </a:p>
        </p:txBody>
      </p:sp>
      <p:sp>
        <p:nvSpPr>
          <p:cNvPr id="36" name="PCard2"/>
          <p:cNvSpPr/>
          <p:nvPr/>
        </p:nvSpPr>
        <p:spPr>
          <a:xfrm>
            <a:off x="2794000" y="1041400"/>
            <a:ext cx="2133600" cy="3225800"/>
          </a:xfrm>
          <a:prstGeom prst="roundRect">
            <a:avLst>
              <a:gd name="adj" fmla="val 5714"/>
            </a:avLst>
          </a:prstGeom>
          <a:solidFill>
            <a:srgbClr val="1B3275"/>
          </a:solidFill>
          <a:ln w="6350">
            <a:solidFill>
              <a:srgbClr val="1B327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PTitle2"/>
          <p:cNvSpPr/>
          <p:nvPr/>
        </p:nvSpPr>
        <p:spPr>
          <a:xfrm>
            <a:off x="2921000" y="1168400"/>
            <a:ext cx="18796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zh-CN" sz="1600" b="1" dirty="0">
                <a:solidFill>
                  <a:srgbClr val="FFFFFF"/>
                </a:solidFill>
                <a:latin typeface="MiSans Normal"/>
                <a:ea typeface="MiSans Normal"/>
              </a:rPr>
              <a:t>定价能力</a:t>
            </a:r>
          </a:p>
        </p:txBody>
      </p:sp>
      <p:sp>
        <p:nvSpPr>
          <p:cNvPr id="38" name="PDiv2"/>
          <p:cNvSpPr/>
          <p:nvPr/>
        </p:nvSpPr>
        <p:spPr>
          <a:xfrm>
            <a:off x="3098800" y="1574800"/>
            <a:ext cx="1524000" cy="254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PStatus2"/>
          <p:cNvSpPr/>
          <p:nvPr/>
        </p:nvSpPr>
        <p:spPr>
          <a:xfrm>
            <a:off x="2921000" y="1701800"/>
            <a:ext cx="18796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zh-CN" sz="1100" b="1" dirty="0">
                <a:solidFill>
                  <a:srgbClr val="FFFFFF"/>
                </a:solidFill>
                <a:latin typeface="MiSans Normal"/>
                <a:ea typeface="MiSans Normal"/>
              </a:rPr>
              <a:t>✖ 当前</a:t>
            </a:r>
          </a:p>
          <a:p>
            <a:pPr algn="ctr">
              <a:buNone/>
            </a:pPr>
            <a:r>
              <a:rPr lang="zh-CN" sz="1200" dirty="0">
                <a:solidFill>
                  <a:srgbClr val="D6E4F7"/>
                </a:solidFill>
                <a:latin typeface="MiSans Normal"/>
                <a:ea typeface="MiSans Normal"/>
              </a:rPr>
              <a:t>依赖Bloomberg</a:t>
            </a:r>
          </a:p>
        </p:txBody>
      </p:sp>
      <p:sp>
        <p:nvSpPr>
          <p:cNvPr id="40" name="PArrow2"/>
          <p:cNvSpPr/>
          <p:nvPr/>
        </p:nvSpPr>
        <p:spPr>
          <a:xfrm>
            <a:off x="3556000" y="2692400"/>
            <a:ext cx="609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600" dirty="0">
                <a:solidFill>
                  <a:srgbClr val="3B7DD8"/>
                </a:solidFill>
                <a:latin typeface="MiSans Normal"/>
              </a:rPr>
              <a:t>↓</a:t>
            </a:r>
          </a:p>
        </p:txBody>
      </p:sp>
      <p:sp>
        <p:nvSpPr>
          <p:cNvPr id="41" name="PSol2"/>
          <p:cNvSpPr/>
          <p:nvPr/>
        </p:nvSpPr>
        <p:spPr>
          <a:xfrm>
            <a:off x="2921000" y="2997200"/>
            <a:ext cx="1879600" cy="1143000"/>
          </a:xfrm>
          <a:prstGeom prst="roundRect">
            <a:avLst>
              <a:gd name="adj" fmla="val 5714"/>
            </a:avLst>
          </a:prstGeom>
          <a:solidFill>
            <a:srgbClr val="1B3275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zh-CN" sz="1100" b="1" dirty="0">
                <a:solidFill>
                  <a:srgbClr val="3B7DD8"/>
                </a:solidFill>
                <a:latin typeface="MiSans Normal"/>
                <a:ea typeface="MiSans Normal"/>
              </a:rPr>
              <a:t>✔ POMS方案</a:t>
            </a:r>
          </a:p>
          <a:p>
            <a:pPr algn="ctr">
              <a:buNone/>
            </a:pPr>
            <a:r>
              <a:rPr lang="zh-CN" sz="1200" b="1" dirty="0">
                <a:solidFill>
                  <a:srgbClr val="FFFFFF"/>
                </a:solidFill>
                <a:latin typeface="MiSans Normal"/>
                <a:ea typeface="MiSans Normal"/>
              </a:rPr>
              <a:t>自研全品种定价引擎</a:t>
            </a:r>
          </a:p>
        </p:txBody>
      </p:sp>
      <p:sp>
        <p:nvSpPr>
          <p:cNvPr id="42" name="PCard3"/>
          <p:cNvSpPr/>
          <p:nvPr/>
        </p:nvSpPr>
        <p:spPr>
          <a:xfrm>
            <a:off x="5029200" y="1041400"/>
            <a:ext cx="2133600" cy="3225800"/>
          </a:xfrm>
          <a:prstGeom prst="roundRect">
            <a:avLst>
              <a:gd name="adj" fmla="val 5714"/>
            </a:avLst>
          </a:prstGeom>
          <a:solidFill>
            <a:srgbClr val="1B3275"/>
          </a:solidFill>
          <a:ln w="6350">
            <a:solidFill>
              <a:srgbClr val="1B327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" name="PTitle3"/>
          <p:cNvSpPr/>
          <p:nvPr/>
        </p:nvSpPr>
        <p:spPr>
          <a:xfrm>
            <a:off x="5156200" y="1168400"/>
            <a:ext cx="18796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zh-CN" sz="1600" b="1" dirty="0">
                <a:solidFill>
                  <a:srgbClr val="FFFFFF"/>
                </a:solidFill>
                <a:latin typeface="MiSans Normal"/>
                <a:ea typeface="MiSans Normal"/>
              </a:rPr>
              <a:t>利差分析</a:t>
            </a:r>
          </a:p>
        </p:txBody>
      </p:sp>
      <p:sp>
        <p:nvSpPr>
          <p:cNvPr id="44" name="PDiv3"/>
          <p:cNvSpPr/>
          <p:nvPr/>
        </p:nvSpPr>
        <p:spPr>
          <a:xfrm>
            <a:off x="5334000" y="1574800"/>
            <a:ext cx="1524000" cy="254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PStatus3"/>
          <p:cNvSpPr/>
          <p:nvPr/>
        </p:nvSpPr>
        <p:spPr>
          <a:xfrm>
            <a:off x="5156200" y="1701800"/>
            <a:ext cx="18796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zh-CN" sz="1100" b="1" dirty="0">
                <a:solidFill>
                  <a:srgbClr val="FFFFFF"/>
                </a:solidFill>
                <a:latin typeface="MiSans Normal"/>
                <a:ea typeface="MiSans Normal"/>
              </a:rPr>
              <a:t>✖ 当前</a:t>
            </a:r>
          </a:p>
          <a:p>
            <a:pPr algn="ctr">
              <a:buNone/>
            </a:pPr>
            <a:r>
              <a:rPr lang="zh-CN" sz="1200" dirty="0">
                <a:solidFill>
                  <a:srgbClr val="D6E4F7"/>
                </a:solidFill>
                <a:latin typeface="MiSans Normal"/>
                <a:ea typeface="MiSans Normal"/>
              </a:rPr>
              <a:t>无系统化工具</a:t>
            </a:r>
          </a:p>
        </p:txBody>
      </p:sp>
      <p:sp>
        <p:nvSpPr>
          <p:cNvPr id="46" name="PArrow3"/>
          <p:cNvSpPr/>
          <p:nvPr/>
        </p:nvSpPr>
        <p:spPr>
          <a:xfrm>
            <a:off x="5791200" y="2692400"/>
            <a:ext cx="609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600" dirty="0">
                <a:solidFill>
                  <a:srgbClr val="3B7DD8"/>
                </a:solidFill>
                <a:latin typeface="MiSans Normal"/>
              </a:rPr>
              <a:t>↓</a:t>
            </a:r>
          </a:p>
        </p:txBody>
      </p:sp>
      <p:sp>
        <p:nvSpPr>
          <p:cNvPr id="47" name="PSol3"/>
          <p:cNvSpPr/>
          <p:nvPr/>
        </p:nvSpPr>
        <p:spPr>
          <a:xfrm>
            <a:off x="5156200" y="2997200"/>
            <a:ext cx="1879600" cy="1143000"/>
          </a:xfrm>
          <a:prstGeom prst="roundRect">
            <a:avLst>
              <a:gd name="adj" fmla="val 5714"/>
            </a:avLst>
          </a:prstGeom>
          <a:solidFill>
            <a:srgbClr val="1B3275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zh-CN" sz="1100" b="1" dirty="0">
                <a:solidFill>
                  <a:srgbClr val="3B7DD8"/>
                </a:solidFill>
                <a:latin typeface="MiSans Normal"/>
                <a:ea typeface="MiSans Normal"/>
              </a:rPr>
              <a:t>✔ POMS方案</a:t>
            </a:r>
          </a:p>
          <a:p>
            <a:pPr algn="ctr">
              <a:buNone/>
            </a:pPr>
            <a:r>
              <a:rPr lang="zh-CN" sz="1200" b="1" dirty="0">
                <a:solidFill>
                  <a:srgbClr val="FFFFFF"/>
                </a:solidFill>
                <a:latin typeface="MiSans Normal"/>
                <a:ea typeface="MiSans Normal"/>
              </a:rPr>
              <a:t>利差/基差/新老券工具集</a:t>
            </a:r>
          </a:p>
        </p:txBody>
      </p:sp>
      <p:sp>
        <p:nvSpPr>
          <p:cNvPr id="48" name="PCard4"/>
          <p:cNvSpPr/>
          <p:nvPr/>
        </p:nvSpPr>
        <p:spPr>
          <a:xfrm>
            <a:off x="7264400" y="1041400"/>
            <a:ext cx="2133600" cy="3225800"/>
          </a:xfrm>
          <a:prstGeom prst="roundRect">
            <a:avLst>
              <a:gd name="adj" fmla="val 5714"/>
            </a:avLst>
          </a:prstGeom>
          <a:solidFill>
            <a:srgbClr val="1B3275"/>
          </a:solidFill>
          <a:ln w="6350">
            <a:solidFill>
              <a:srgbClr val="1B327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9" name="PTitle4"/>
          <p:cNvSpPr/>
          <p:nvPr/>
        </p:nvSpPr>
        <p:spPr>
          <a:xfrm>
            <a:off x="7391400" y="1168400"/>
            <a:ext cx="18796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zh-CN" sz="1600" b="1" dirty="0">
                <a:solidFill>
                  <a:srgbClr val="FFFFFF"/>
                </a:solidFill>
                <a:latin typeface="MiSans Normal"/>
                <a:ea typeface="MiSans Normal"/>
              </a:rPr>
              <a:t>多策略回测</a:t>
            </a:r>
          </a:p>
        </p:txBody>
      </p:sp>
      <p:sp>
        <p:nvSpPr>
          <p:cNvPr id="50" name="PDiv4"/>
          <p:cNvSpPr/>
          <p:nvPr/>
        </p:nvSpPr>
        <p:spPr>
          <a:xfrm>
            <a:off x="7569200" y="1574800"/>
            <a:ext cx="1524000" cy="254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PStatus4"/>
          <p:cNvSpPr/>
          <p:nvPr/>
        </p:nvSpPr>
        <p:spPr>
          <a:xfrm>
            <a:off x="7391400" y="1701800"/>
            <a:ext cx="18796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zh-CN" sz="1100" b="1" dirty="0">
                <a:solidFill>
                  <a:srgbClr val="FFFFFF"/>
                </a:solidFill>
                <a:latin typeface="MiSans Normal"/>
                <a:ea typeface="MiSans Normal"/>
              </a:rPr>
              <a:t>✖ 当前</a:t>
            </a:r>
          </a:p>
          <a:p>
            <a:pPr algn="ctr">
              <a:buNone/>
            </a:pPr>
            <a:r>
              <a:rPr lang="zh-CN" sz="1200" dirty="0">
                <a:solidFill>
                  <a:srgbClr val="D6E4F7"/>
                </a:solidFill>
                <a:latin typeface="MiSans Normal"/>
                <a:ea typeface="MiSans Normal"/>
              </a:rPr>
              <a:t>无信号回测框架</a:t>
            </a:r>
          </a:p>
        </p:txBody>
      </p:sp>
      <p:sp>
        <p:nvSpPr>
          <p:cNvPr id="52" name="PArrow4"/>
          <p:cNvSpPr/>
          <p:nvPr/>
        </p:nvSpPr>
        <p:spPr>
          <a:xfrm>
            <a:off x="8026400" y="2692400"/>
            <a:ext cx="609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600" dirty="0">
                <a:solidFill>
                  <a:srgbClr val="3B7DD8"/>
                </a:solidFill>
                <a:latin typeface="MiSans Normal"/>
              </a:rPr>
              <a:t>↓</a:t>
            </a:r>
          </a:p>
        </p:txBody>
      </p:sp>
      <p:sp>
        <p:nvSpPr>
          <p:cNvPr id="53" name="PSol4"/>
          <p:cNvSpPr/>
          <p:nvPr/>
        </p:nvSpPr>
        <p:spPr>
          <a:xfrm>
            <a:off x="7391400" y="2997200"/>
            <a:ext cx="1879600" cy="1143000"/>
          </a:xfrm>
          <a:prstGeom prst="roundRect">
            <a:avLst>
              <a:gd name="adj" fmla="val 5714"/>
            </a:avLst>
          </a:prstGeom>
          <a:solidFill>
            <a:srgbClr val="1B3275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zh-CN" sz="1100" b="1" dirty="0">
                <a:solidFill>
                  <a:srgbClr val="3B7DD8"/>
                </a:solidFill>
                <a:latin typeface="MiSans Normal"/>
                <a:ea typeface="MiSans Normal"/>
              </a:rPr>
              <a:t>✔ POMS方案</a:t>
            </a:r>
          </a:p>
          <a:p>
            <a:pPr algn="ctr">
              <a:buNone/>
            </a:pPr>
            <a:r>
              <a:rPr lang="zh-CN" sz="1200" b="1" dirty="0">
                <a:solidFill>
                  <a:srgbClr val="FFFFFF"/>
                </a:solidFill>
                <a:latin typeface="MiSans Normal"/>
                <a:ea typeface="MiSans Normal"/>
              </a:rPr>
              <a:t>多timeframe信号+回测</a:t>
            </a:r>
          </a:p>
        </p:txBody>
      </p:sp>
      <p:sp>
        <p:nvSpPr>
          <p:cNvPr id="54" name="PCard5"/>
          <p:cNvSpPr/>
          <p:nvPr/>
        </p:nvSpPr>
        <p:spPr>
          <a:xfrm>
            <a:off x="9499600" y="1041400"/>
            <a:ext cx="2133600" cy="3225800"/>
          </a:xfrm>
          <a:prstGeom prst="roundRect">
            <a:avLst>
              <a:gd name="adj" fmla="val 5714"/>
            </a:avLst>
          </a:prstGeom>
          <a:solidFill>
            <a:srgbClr val="1B3275"/>
          </a:solidFill>
          <a:ln w="6350">
            <a:solidFill>
              <a:srgbClr val="1B327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5" name="PTitle5"/>
          <p:cNvSpPr/>
          <p:nvPr/>
        </p:nvSpPr>
        <p:spPr>
          <a:xfrm>
            <a:off x="9626600" y="1168400"/>
            <a:ext cx="18796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zh-CN" sz="1600" b="1" dirty="0">
                <a:solidFill>
                  <a:srgbClr val="FFFFFF"/>
                </a:solidFill>
                <a:latin typeface="MiSans Normal"/>
                <a:ea typeface="MiSans Normal"/>
              </a:rPr>
              <a:t>Shadow试算</a:t>
            </a:r>
          </a:p>
        </p:txBody>
      </p:sp>
      <p:sp>
        <p:nvSpPr>
          <p:cNvPr id="56" name="PDiv5"/>
          <p:cNvSpPr/>
          <p:nvPr/>
        </p:nvSpPr>
        <p:spPr>
          <a:xfrm>
            <a:off x="9804400" y="1574800"/>
            <a:ext cx="1524000" cy="254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" name="PStatus5"/>
          <p:cNvSpPr/>
          <p:nvPr/>
        </p:nvSpPr>
        <p:spPr>
          <a:xfrm>
            <a:off x="9626600" y="1701800"/>
            <a:ext cx="18796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zh-CN" sz="1100" b="1" dirty="0">
                <a:solidFill>
                  <a:srgbClr val="FFFFFF"/>
                </a:solidFill>
                <a:latin typeface="MiSans Normal"/>
                <a:ea typeface="MiSans Normal"/>
              </a:rPr>
              <a:t>✖ 当前</a:t>
            </a:r>
          </a:p>
          <a:p>
            <a:pPr algn="ctr">
              <a:buNone/>
            </a:pPr>
            <a:r>
              <a:rPr lang="zh-CN" sz="1200" dirty="0">
                <a:solidFill>
                  <a:srgbClr val="D6E4F7"/>
                </a:solidFill>
                <a:latin typeface="MiSans Normal"/>
                <a:ea typeface="MiSans Normal"/>
              </a:rPr>
              <a:t>100+组合无法并行</a:t>
            </a:r>
          </a:p>
        </p:txBody>
      </p:sp>
      <p:sp>
        <p:nvSpPr>
          <p:cNvPr id="58" name="PArrow5"/>
          <p:cNvSpPr/>
          <p:nvPr/>
        </p:nvSpPr>
        <p:spPr>
          <a:xfrm>
            <a:off x="10261600" y="2692400"/>
            <a:ext cx="609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600" dirty="0">
                <a:solidFill>
                  <a:srgbClr val="3B7DD8"/>
                </a:solidFill>
                <a:latin typeface="MiSans Normal"/>
              </a:rPr>
              <a:t>↓</a:t>
            </a:r>
          </a:p>
        </p:txBody>
      </p:sp>
      <p:sp>
        <p:nvSpPr>
          <p:cNvPr id="59" name="PSol5"/>
          <p:cNvSpPr/>
          <p:nvPr/>
        </p:nvSpPr>
        <p:spPr>
          <a:xfrm>
            <a:off x="9626600" y="2997200"/>
            <a:ext cx="1879600" cy="1143000"/>
          </a:xfrm>
          <a:prstGeom prst="roundRect">
            <a:avLst>
              <a:gd name="adj" fmla="val 5714"/>
            </a:avLst>
          </a:prstGeom>
          <a:solidFill>
            <a:srgbClr val="1B3275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zh-CN" sz="1100" b="1" dirty="0">
                <a:solidFill>
                  <a:srgbClr val="3B7DD8"/>
                </a:solidFill>
                <a:latin typeface="MiSans Normal"/>
                <a:ea typeface="MiSans Normal"/>
              </a:rPr>
              <a:t>✔ POMS方案</a:t>
            </a:r>
          </a:p>
          <a:p>
            <a:pPr algn="ctr">
              <a:buNone/>
            </a:pPr>
            <a:r>
              <a:rPr lang="zh-CN" sz="1200" b="1" dirty="0">
                <a:solidFill>
                  <a:srgbClr val="FFFFFF"/>
                </a:solidFill>
                <a:latin typeface="MiSans Normal"/>
                <a:ea typeface="MiSans Normal"/>
              </a:rPr>
              <a:t>毫秒级并行计算</a:t>
            </a:r>
          </a:p>
        </p:txBody>
      </p:sp>
    </p:spTree>
    <p:extLst>
      <p:ext uri="{BB962C8B-B14F-4D97-AF65-F5344CB8AC3E}">
        <p14:creationId xmlns:p14="http://schemas.microsoft.com/office/powerpoint/2010/main" val="3789837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Sans Normal"/>
              </a:defRPr>
            </a:pPr>
            <a:r>
              <a:t>缺口④【控得稳】：实时风控缺失——924事件是最真实的教训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当前L1 — 回撤发生才发现；极端市场无预案；2024年924是行业警醒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4712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66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Without POMS（当前）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With POMS（目标）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09:30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从新闻得知央行干预债市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CEP引擎捕获利率异常波动，实时触发警报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09:31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压力测试自动启动'924情景' → 组合实时损益: -1.2亿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09:35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系统生成减仓建议：优先前10只高流动性债券，合规预检通过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09:38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一键multi-leg执行，滑点仅3bp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09:45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开始手工计算，数据是昨天的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10:15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大致估出亏损~1.5亿，但不确定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11:30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手工指令找领导签字，价格又跌了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收盘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实际亏损2亿，事后才看清损失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实际亏损0.8亿，全程实时可见 → 差异: 1.2亿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114800"/>
            <a:ext cx="11247120" cy="914400"/>
          </a:xfrm>
          <a:prstGeom prst="rect">
            <a:avLst/>
          </a:prstGeom>
          <a:solidFill>
            <a:srgbClr val="0F2060"/>
          </a:solidFill>
          <a:ln w="12700">
            <a:solidFill>
              <a:srgbClr val="0F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060"/>
                </a:solidFill>
                <a:latin typeface="MiSans Normal"/>
              </a:defRPr>
            </a:pPr>
            <a:r>
              <a:t>924教训的本质：流动性冲击 &gt; 价格冲击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真正的危险不是债券跌价，而是不知道哪些债券'卖不出去'——POMS实时计算每只持仓的流动性冲击成本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极端压力测试三层：历史情景(924/包商银行/2013钱荒) + 假设情景 + 反向压力测试（倒推临界点）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166360"/>
            <a:ext cx="11247120" cy="640080"/>
          </a:xfrm>
          <a:prstGeom prst="rect">
            <a:avLst/>
          </a:prstGeom>
          <a:solidFill>
            <a:srgbClr val="0F2060"/>
          </a:solidFill>
          <a:ln w="12700">
            <a:solidFill>
              <a:srgbClr val="2B5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52578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5EC7"/>
                </a:solidFill>
                <a:latin typeface="MiSans Normal"/>
              </a:defRPr>
            </a:pPr>
            <a:r>
              <a:t>POMS风控能力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事件驱动CEP引擎（10万+ events/sec）· 秒级回撤监控 · 流动性冲击模型 · 可配置5000+合规规则 · 全公司统一风险视图</a:t>
            </a:r>
          </a:p>
        </p:txBody>
      </p:sp>
    </p:spTree>
    <p:extLst>
      <p:ext uri="{BB962C8B-B14F-4D97-AF65-F5344CB8AC3E}">
        <p14:creationId xmlns:p14="http://schemas.microsoft.com/office/powerpoint/2010/main" val="2562114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Sans Normal"/>
              </a:defRPr>
            </a:pPr>
            <a:r>
              <a:t>缺口⑤⑥【连得通·领得先】：研究→交易断层 + 信创窗口倒计时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决策→执行全链路漏损 | Bloomberg/Calypso依赖 | 头部券商差距拉大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577840" cy="3931920"/>
          </a:xfrm>
          <a:prstGeom prst="rect">
            <a:avLst/>
          </a:prstGeom>
          <a:solidFill>
            <a:srgbClr val="1B3275"/>
          </a:solidFill>
          <a:ln w="12700">
            <a:solidFill>
              <a:srgbClr val="1B3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5394960" cy="374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Sans Normal"/>
              </a:defRPr>
            </a:pPr>
            <a:r>
              <a:t>连得通：研究→决策→指令→执行 断层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▪ 投研发现利差机会，结论停在PPT里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▪ 组合调整→指令生成 全靠手工，延迟1-2天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▪ multi-leg交易无系统支持（如利差交易同时买卖两只券）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▪ 多柜台（场内/场外/期货）各自独立，统一视图缺失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▪ 绩效归因结果不驱动下一次决策（断环）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POMS方案：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B7DD8"/>
                </a:solidFill>
                <a:latin typeface="MiSans Normal"/>
              </a:defRPr>
            </a:pPr>
            <a:r>
              <a:t>✓ 投研信号→因子库→组合再平衡→指令→OEMS 全链路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B7DD8"/>
                </a:solidFill>
                <a:latin typeface="MiSans Normal"/>
              </a:defRPr>
            </a:pPr>
            <a:r>
              <a:t>✓ multi-leg交易引擎：利差交易一键执行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B7DD8"/>
                </a:solidFill>
                <a:latin typeface="MiSans Normal"/>
              </a:defRPr>
            </a:pPr>
            <a:r>
              <a:t>✓ Campisi 2.0 + Brinson归因闭环驱动下次决策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24128"/>
            <a:ext cx="5577840" cy="3931920"/>
          </a:xfrm>
          <a:prstGeom prst="rect">
            <a:avLst/>
          </a:prstGeom>
          <a:solidFill>
            <a:srgbClr val="1B3275"/>
          </a:solidFill>
          <a:ln w="12700">
            <a:solidFill>
              <a:srgbClr val="0F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63640" y="1097280"/>
            <a:ext cx="5394960" cy="374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Sans Normal"/>
              </a:defRPr>
            </a:pPr>
            <a:r>
              <a:t>领得先：信创窗口期 + 竞争代差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▪ 当前依赖Bloomberg/Calypso（数百万/年许可费）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▪ '十五五'明确数字化转型+信创替代硬要求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▪ 华泰'大象'平台+平安FITS已进入深水区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▪ 差距每延迟一年，追赶成本翻倍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▪ IFRS9 2026年全面执行——无系统P&amp;L波动不可控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POMS方案：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B7DD8"/>
                </a:solidFill>
                <a:latin typeface="MiSans Normal"/>
              </a:defRPr>
            </a:pPr>
            <a:r>
              <a:t>✓ 全栈信创适配，国产OS/DB/中间件，消除外部依赖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B7DD8"/>
                </a:solidFill>
                <a:latin typeface="MiSans Normal"/>
              </a:defRPr>
            </a:pPr>
            <a:r>
              <a:t>✓ 18个月追赶行业头部3-5年建设成果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B7DD8"/>
                </a:solidFill>
                <a:latin typeface="MiSans Normal"/>
              </a:defRPr>
            </a:pPr>
            <a:r>
              <a:t>✓ 对标Aladdin/SecDB持续演进路径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074920"/>
            <a:ext cx="11247120" cy="685800"/>
          </a:xfrm>
          <a:prstGeom prst="rect">
            <a:avLst/>
          </a:prstGeom>
          <a:solidFill>
            <a:srgbClr val="0F2060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516636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Sans Normal"/>
              </a:defRPr>
            </a:pPr>
            <a:r>
              <a:t>五大缺口 × 五大引擎 = 精确映射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华锐POMS五大引擎逐一对应五大跃升目标——不是功能堆砌，是需求→方案的精确映射。No problem, no solution.</a:t>
            </a:r>
          </a:p>
        </p:txBody>
      </p:sp>
    </p:spTree>
    <p:extLst>
      <p:ext uri="{BB962C8B-B14F-4D97-AF65-F5344CB8AC3E}">
        <p14:creationId xmlns:p14="http://schemas.microsoft.com/office/powerpoint/2010/main" val="332337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060"/>
                </a:solidFill>
                <a:latin typeface="MiSans Normal"/>
              </a:defRPr>
            </a:pPr>
            <a:r>
              <a:t>SECTION 2 — WHY ARCHFORCE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560320"/>
            <a:ext cx="4572000" cy="4572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Sans Normal"/>
              </a:defRPr>
            </a:pPr>
            <a:r>
              <a:t>为什么是华锐：唯一的一体化国产选择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Sans Normal"/>
              </a:defRPr>
            </a:pPr>
            <a:r>
              <a:t>厂商矩阵 · 四大不可替代优势 · 为什么是现在</a:t>
            </a:r>
          </a:p>
        </p:txBody>
      </p:sp>
    </p:spTree>
    <p:extLst>
      <p:ext uri="{BB962C8B-B14F-4D97-AF65-F5344CB8AC3E}">
        <p14:creationId xmlns:p14="http://schemas.microsoft.com/office/powerpoint/2010/main" val="132454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Sans Normal"/>
              </a:defRPr>
            </a:pPr>
            <a:r>
              <a:t>厂商对比：华锐是唯一同时覆盖FICC+买方组合管理的国产方案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市场上没有第二家国产厂商能一体化满足国元五大跃升目标</a:t>
            </a:r>
          </a:p>
        </p:txBody>
      </p:sp>
      <p:sp>
        <p:nvSpPr>
          <p:cNvPr id="10" name="VCard1"/>
          <p:cNvSpPr/>
          <p:nvPr/>
        </p:nvSpPr>
        <p:spPr>
          <a:xfrm>
            <a:off x="558800" y="1016000"/>
            <a:ext cx="2667000" cy="4699000"/>
          </a:xfrm>
          <a:prstGeom prst="roundRect">
            <a:avLst>
              <a:gd name="adj" fmla="val 5714"/>
            </a:avLst>
          </a:prstGeom>
          <a:solidFill>
            <a:srgbClr val="1B3275"/>
          </a:solidFill>
          <a:ln w="6350">
            <a:solidFill>
              <a:srgbClr val="1B327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VName1"/>
          <p:cNvSpPr/>
          <p:nvPr/>
        </p:nvSpPr>
        <p:spPr>
          <a:xfrm>
            <a:off x="685800" y="1117600"/>
            <a:ext cx="2413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zh-CN" sz="1600" b="1" dirty="0">
                <a:solidFill>
                  <a:srgbClr val="FFFFFF"/>
                </a:solidFill>
                <a:latin typeface="MiSans Normal"/>
                <a:ea typeface="MiSans Normal"/>
              </a:rPr>
              <a:t>国际厂商</a:t>
            </a:r>
          </a:p>
          <a:p>
            <a:pPr algn="ctr">
              <a:buNone/>
            </a:pPr>
            <a:r>
              <a:rPr lang="zh-CN" sz="1100" dirty="0">
                <a:solidFill>
                  <a:srgbClr val="D6E4F7"/>
                </a:solidFill>
                <a:latin typeface="MiSans Normal"/>
                <a:ea typeface="MiSans Normal"/>
              </a:rPr>
              <a:t>Calypso / Murex</a:t>
            </a:r>
          </a:p>
        </p:txBody>
      </p:sp>
      <p:sp>
        <p:nvSpPr>
          <p:cNvPr id="12" name="VDiv1"/>
          <p:cNvSpPr/>
          <p:nvPr/>
        </p:nvSpPr>
        <p:spPr>
          <a:xfrm>
            <a:off x="812800" y="1778000"/>
            <a:ext cx="2159000" cy="25400"/>
          </a:xfrm>
          <a:prstGeom prst="rect">
            <a:avLst/>
          </a:prstGeom>
          <a:solidFill>
            <a:srgbClr val="2B5EC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VItem0_0"/>
          <p:cNvSpPr/>
          <p:nvPr/>
        </p:nvSpPr>
        <p:spPr>
          <a:xfrm>
            <a:off x="685800" y="1905000"/>
            <a:ext cx="241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000" tIns="0" rIns="18000" bIns="0" anchor="ctr"/>
          <a:lstStyle/>
          <a:p>
            <a:pPr algn="l">
              <a:buNone/>
            </a:pPr>
            <a:r>
              <a:rPr lang="zh-CN" sz="1000" dirty="0">
                <a:solidFill>
                  <a:srgbClr val="888888"/>
                </a:solidFill>
                <a:latin typeface="MiSans Normal"/>
                <a:ea typeface="MiSans Normal"/>
              </a:rPr>
              <a:t>组合管理</a:t>
            </a:r>
          </a:p>
          <a:p>
            <a:pPr algn="l">
              <a:buNone/>
            </a:pPr>
            <a:r>
              <a:rPr lang="zh-CN" sz="1200" b="1" dirty="0">
                <a:solidFill>
                  <a:srgbClr val="FFFFFF"/>
                </a:solidFill>
                <a:latin typeface="MiSans Normal"/>
                <a:ea typeface="MiSans Normal"/>
              </a:rPr>
              <a:t>✓ 强</a:t>
            </a:r>
          </a:p>
        </p:txBody>
      </p:sp>
      <p:sp>
        <p:nvSpPr>
          <p:cNvPr id="14" name="VItem0_1"/>
          <p:cNvSpPr/>
          <p:nvPr/>
        </p:nvSpPr>
        <p:spPr>
          <a:xfrm>
            <a:off x="685800" y="2413000"/>
            <a:ext cx="241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000" tIns="0" rIns="18000" bIns="0" anchor="ctr"/>
          <a:lstStyle/>
          <a:p>
            <a:pPr algn="l">
              <a:buNone/>
            </a:pPr>
            <a:r>
              <a:rPr lang="zh-CN" sz="1000" dirty="0">
                <a:solidFill>
                  <a:srgbClr val="888888"/>
                </a:solidFill>
                <a:latin typeface="MiSans Normal"/>
                <a:ea typeface="MiSans Normal"/>
              </a:rPr>
              <a:t>实时风险</a:t>
            </a:r>
          </a:p>
          <a:p>
            <a:pPr algn="l">
              <a:buNone/>
            </a:pPr>
            <a:r>
              <a:rPr lang="zh-CN" sz="1200" b="1" dirty="0">
                <a:solidFill>
                  <a:srgbClr val="FFFFFF"/>
                </a:solidFill>
                <a:latin typeface="MiSans Normal"/>
                <a:ea typeface="MiSans Normal"/>
              </a:rPr>
              <a:t>✓ 强</a:t>
            </a:r>
          </a:p>
        </p:txBody>
      </p:sp>
      <p:sp>
        <p:nvSpPr>
          <p:cNvPr id="15" name="VItem0_2"/>
          <p:cNvSpPr/>
          <p:nvPr/>
        </p:nvSpPr>
        <p:spPr>
          <a:xfrm>
            <a:off x="685800" y="2921000"/>
            <a:ext cx="241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000" tIns="0" rIns="18000" bIns="0" anchor="ctr"/>
          <a:lstStyle/>
          <a:p>
            <a:pPr algn="l">
              <a:buNone/>
            </a:pPr>
            <a:r>
              <a:rPr lang="zh-CN" sz="1000" dirty="0">
                <a:solidFill>
                  <a:srgbClr val="888888"/>
                </a:solidFill>
                <a:latin typeface="MiSans Normal"/>
                <a:ea typeface="MiSans Normal"/>
              </a:rPr>
              <a:t>量化策略</a:t>
            </a:r>
          </a:p>
          <a:p>
            <a:pPr algn="l">
              <a:buNone/>
            </a:pPr>
            <a:r>
              <a:rPr lang="zh-CN" sz="1200" b="1" dirty="0">
                <a:solidFill>
                  <a:srgbClr val="FFFFFF"/>
                </a:solidFill>
                <a:latin typeface="MiSans Normal"/>
                <a:ea typeface="MiSans Normal"/>
              </a:rPr>
              <a:t>△ 部分</a:t>
            </a:r>
          </a:p>
        </p:txBody>
      </p:sp>
      <p:sp>
        <p:nvSpPr>
          <p:cNvPr id="16" name="VItem0_3"/>
          <p:cNvSpPr/>
          <p:nvPr/>
        </p:nvSpPr>
        <p:spPr>
          <a:xfrm>
            <a:off x="685800" y="3429000"/>
            <a:ext cx="241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000" tIns="0" rIns="18000" bIns="0" anchor="ctr"/>
          <a:lstStyle/>
          <a:p>
            <a:pPr algn="l">
              <a:buNone/>
            </a:pPr>
            <a:r>
              <a:rPr lang="zh-CN" sz="1000" dirty="0">
                <a:solidFill>
                  <a:srgbClr val="888888"/>
                </a:solidFill>
                <a:latin typeface="MiSans Normal"/>
                <a:ea typeface="MiSans Normal"/>
              </a:rPr>
              <a:t>事件风控</a:t>
            </a:r>
          </a:p>
          <a:p>
            <a:pPr algn="l">
              <a:buNone/>
            </a:pPr>
            <a:r>
              <a:rPr lang="zh-CN" sz="1200" b="1" dirty="0">
                <a:solidFill>
                  <a:srgbClr val="FFFFFF"/>
                </a:solidFill>
                <a:latin typeface="MiSans Normal"/>
                <a:ea typeface="MiSans Normal"/>
              </a:rPr>
              <a:t>✓ 强</a:t>
            </a:r>
          </a:p>
        </p:txBody>
      </p:sp>
      <p:sp>
        <p:nvSpPr>
          <p:cNvPr id="17" name="VItem0_4"/>
          <p:cNvSpPr/>
          <p:nvPr/>
        </p:nvSpPr>
        <p:spPr>
          <a:xfrm>
            <a:off x="685800" y="3937000"/>
            <a:ext cx="241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000" tIns="0" rIns="18000" bIns="0" anchor="ctr"/>
          <a:lstStyle/>
          <a:p>
            <a:pPr algn="l">
              <a:buNone/>
            </a:pPr>
            <a:r>
              <a:rPr lang="zh-CN" sz="1000" dirty="0">
                <a:solidFill>
                  <a:srgbClr val="888888"/>
                </a:solidFill>
                <a:latin typeface="MiSans Normal"/>
                <a:ea typeface="MiSans Normal"/>
              </a:rPr>
              <a:t>指令全链路</a:t>
            </a:r>
          </a:p>
          <a:p>
            <a:pPr algn="l">
              <a:buNone/>
            </a:pPr>
            <a:r>
              <a:rPr lang="zh-CN" sz="1200" b="1" dirty="0">
                <a:solidFill>
                  <a:srgbClr val="FFFFFF"/>
                </a:solidFill>
                <a:latin typeface="MiSans Normal"/>
                <a:ea typeface="MiSans Normal"/>
              </a:rPr>
              <a:t>✓ 强</a:t>
            </a:r>
          </a:p>
        </p:txBody>
      </p:sp>
      <p:sp>
        <p:nvSpPr>
          <p:cNvPr id="18" name="VItem0_5"/>
          <p:cNvSpPr/>
          <p:nvPr/>
        </p:nvSpPr>
        <p:spPr>
          <a:xfrm>
            <a:off x="685800" y="4445000"/>
            <a:ext cx="241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000" tIns="0" rIns="18000" bIns="0" anchor="ctr"/>
          <a:lstStyle/>
          <a:p>
            <a:pPr algn="l">
              <a:buNone/>
            </a:pPr>
            <a:r>
              <a:rPr lang="zh-CN" sz="1000" dirty="0">
                <a:solidFill>
                  <a:srgbClr val="888888"/>
                </a:solidFill>
                <a:latin typeface="MiSans Normal"/>
                <a:ea typeface="MiSans Normal"/>
              </a:rPr>
              <a:t>信创适配</a:t>
            </a:r>
          </a:p>
          <a:p>
            <a:pPr algn="l">
              <a:buNone/>
            </a:pPr>
            <a:r>
              <a:rPr lang="zh-CN" sz="1200" b="1" dirty="0">
                <a:solidFill>
                  <a:srgbClr val="888888"/>
                </a:solidFill>
                <a:latin typeface="MiSans Normal"/>
                <a:ea typeface="MiSans Normal"/>
              </a:rPr>
              <a:t>✗ 失格</a:t>
            </a:r>
          </a:p>
        </p:txBody>
      </p:sp>
      <p:sp>
        <p:nvSpPr>
          <p:cNvPr id="19" name="VItem0_6"/>
          <p:cNvSpPr/>
          <p:nvPr/>
        </p:nvSpPr>
        <p:spPr>
          <a:xfrm>
            <a:off x="685800" y="4953000"/>
            <a:ext cx="241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000" tIns="0" rIns="18000" bIns="0" anchor="ctr"/>
          <a:lstStyle/>
          <a:p>
            <a:pPr algn="l">
              <a:buNone/>
            </a:pPr>
            <a:r>
              <a:rPr lang="zh-CN" sz="1000" dirty="0">
                <a:solidFill>
                  <a:srgbClr val="888888"/>
                </a:solidFill>
                <a:latin typeface="MiSans Normal"/>
                <a:ea typeface="MiSans Normal"/>
              </a:rPr>
              <a:t>价格/服务</a:t>
            </a:r>
          </a:p>
          <a:p>
            <a:pPr algn="l">
              <a:buNone/>
            </a:pPr>
            <a:r>
              <a:rPr lang="zh-CN" sz="1200" b="1" dirty="0">
                <a:solidFill>
                  <a:srgbClr val="D6E4F7"/>
                </a:solidFill>
                <a:latin typeface="MiSans Normal"/>
                <a:ea typeface="MiSans Normal"/>
              </a:rPr>
              <a:t>高成本</a:t>
            </a:r>
          </a:p>
        </p:txBody>
      </p:sp>
      <p:sp>
        <p:nvSpPr>
          <p:cNvPr id="20" name="VCard2"/>
          <p:cNvSpPr/>
          <p:nvPr/>
        </p:nvSpPr>
        <p:spPr>
          <a:xfrm>
            <a:off x="3352800" y="1016000"/>
            <a:ext cx="2667000" cy="4699000"/>
          </a:xfrm>
          <a:prstGeom prst="roundRect">
            <a:avLst>
              <a:gd name="adj" fmla="val 5714"/>
            </a:avLst>
          </a:prstGeom>
          <a:solidFill>
            <a:srgbClr val="1B3275"/>
          </a:solidFill>
          <a:ln w="6350">
            <a:solidFill>
              <a:srgbClr val="1B327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VName2"/>
          <p:cNvSpPr/>
          <p:nvPr/>
        </p:nvSpPr>
        <p:spPr>
          <a:xfrm>
            <a:off x="3479800" y="1117600"/>
            <a:ext cx="2413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zh-CN" sz="1600" b="1" dirty="0">
                <a:solidFill>
                  <a:srgbClr val="FFFFFF"/>
                </a:solidFill>
                <a:latin typeface="MiSans Normal"/>
                <a:ea typeface="MiSans Normal"/>
              </a:rPr>
              <a:t>数据厂商</a:t>
            </a:r>
          </a:p>
          <a:p>
            <a:pPr algn="ctr">
              <a:buNone/>
            </a:pPr>
            <a:r>
              <a:rPr lang="zh-CN" sz="1100" dirty="0">
                <a:solidFill>
                  <a:srgbClr val="D6E4F7"/>
                </a:solidFill>
                <a:latin typeface="MiSans Normal"/>
                <a:ea typeface="MiSans Normal"/>
              </a:rPr>
              <a:t>Wind / 同花顺</a:t>
            </a:r>
          </a:p>
        </p:txBody>
      </p:sp>
      <p:sp>
        <p:nvSpPr>
          <p:cNvPr id="22" name="VDiv2"/>
          <p:cNvSpPr/>
          <p:nvPr/>
        </p:nvSpPr>
        <p:spPr>
          <a:xfrm>
            <a:off x="3606800" y="1778000"/>
            <a:ext cx="2159000" cy="25400"/>
          </a:xfrm>
          <a:prstGeom prst="rect">
            <a:avLst/>
          </a:prstGeom>
          <a:solidFill>
            <a:srgbClr val="2B5EC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VItem1_0"/>
          <p:cNvSpPr/>
          <p:nvPr/>
        </p:nvSpPr>
        <p:spPr>
          <a:xfrm>
            <a:off x="3479800" y="1905000"/>
            <a:ext cx="241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000" tIns="0" rIns="18000" bIns="0" anchor="ctr"/>
          <a:lstStyle/>
          <a:p>
            <a:pPr algn="l">
              <a:buNone/>
            </a:pPr>
            <a:r>
              <a:rPr lang="zh-CN" sz="1000" dirty="0">
                <a:solidFill>
                  <a:srgbClr val="888888"/>
                </a:solidFill>
                <a:latin typeface="MiSans Normal"/>
                <a:ea typeface="MiSans Normal"/>
              </a:rPr>
              <a:t>组合管理</a:t>
            </a:r>
          </a:p>
          <a:p>
            <a:pPr algn="l">
              <a:buNone/>
            </a:pPr>
            <a:r>
              <a:rPr lang="zh-CN" sz="1200" b="1" dirty="0">
                <a:solidFill>
                  <a:srgbClr val="888888"/>
                </a:solidFill>
                <a:latin typeface="MiSans Normal"/>
                <a:ea typeface="MiSans Normal"/>
              </a:rPr>
              <a:t>✗ 无</a:t>
            </a:r>
          </a:p>
        </p:txBody>
      </p:sp>
      <p:sp>
        <p:nvSpPr>
          <p:cNvPr id="24" name="VItem1_1"/>
          <p:cNvSpPr/>
          <p:nvPr/>
        </p:nvSpPr>
        <p:spPr>
          <a:xfrm>
            <a:off x="3479800" y="2413000"/>
            <a:ext cx="241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000" tIns="0" rIns="18000" bIns="0" anchor="ctr"/>
          <a:lstStyle/>
          <a:p>
            <a:pPr algn="l">
              <a:buNone/>
            </a:pPr>
            <a:r>
              <a:rPr lang="zh-CN" sz="1000" dirty="0">
                <a:solidFill>
                  <a:srgbClr val="888888"/>
                </a:solidFill>
                <a:latin typeface="MiSans Normal"/>
                <a:ea typeface="MiSans Normal"/>
              </a:rPr>
              <a:t>实时风险</a:t>
            </a:r>
          </a:p>
          <a:p>
            <a:pPr algn="l">
              <a:buNone/>
            </a:pPr>
            <a:r>
              <a:rPr lang="zh-CN" sz="1200" b="1" dirty="0">
                <a:solidFill>
                  <a:srgbClr val="FFFFFF"/>
                </a:solidFill>
                <a:latin typeface="MiSans Normal"/>
                <a:ea typeface="MiSans Normal"/>
              </a:rPr>
              <a:t>△ 分析</a:t>
            </a:r>
          </a:p>
        </p:txBody>
      </p:sp>
      <p:sp>
        <p:nvSpPr>
          <p:cNvPr id="25" name="VItem1_2"/>
          <p:cNvSpPr/>
          <p:nvPr/>
        </p:nvSpPr>
        <p:spPr>
          <a:xfrm>
            <a:off x="3479800" y="2921000"/>
            <a:ext cx="241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000" tIns="0" rIns="18000" bIns="0" anchor="ctr"/>
          <a:lstStyle/>
          <a:p>
            <a:pPr algn="l">
              <a:buNone/>
            </a:pPr>
            <a:r>
              <a:rPr lang="zh-CN" sz="1000" dirty="0">
                <a:solidFill>
                  <a:srgbClr val="888888"/>
                </a:solidFill>
                <a:latin typeface="MiSans Normal"/>
                <a:ea typeface="MiSans Normal"/>
              </a:rPr>
              <a:t>量化策略</a:t>
            </a:r>
          </a:p>
          <a:p>
            <a:pPr algn="l">
              <a:buNone/>
            </a:pPr>
            <a:r>
              <a:rPr lang="zh-CN" sz="1200" b="1" dirty="0">
                <a:solidFill>
                  <a:srgbClr val="FFFFFF"/>
                </a:solidFill>
                <a:latin typeface="MiSans Normal"/>
                <a:ea typeface="MiSans Normal"/>
              </a:rPr>
              <a:t>△ 数据</a:t>
            </a:r>
          </a:p>
        </p:txBody>
      </p:sp>
      <p:sp>
        <p:nvSpPr>
          <p:cNvPr id="26" name="VItem1_3"/>
          <p:cNvSpPr/>
          <p:nvPr/>
        </p:nvSpPr>
        <p:spPr>
          <a:xfrm>
            <a:off x="3479800" y="3429000"/>
            <a:ext cx="241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000" tIns="0" rIns="18000" bIns="0" anchor="ctr"/>
          <a:lstStyle/>
          <a:p>
            <a:pPr algn="l">
              <a:buNone/>
            </a:pPr>
            <a:r>
              <a:rPr lang="zh-CN" sz="1000" dirty="0">
                <a:solidFill>
                  <a:srgbClr val="888888"/>
                </a:solidFill>
                <a:latin typeface="MiSans Normal"/>
                <a:ea typeface="MiSans Normal"/>
              </a:rPr>
              <a:t>事件风控</a:t>
            </a:r>
          </a:p>
          <a:p>
            <a:pPr algn="l">
              <a:buNone/>
            </a:pPr>
            <a:r>
              <a:rPr lang="zh-CN" sz="1200" b="1" dirty="0">
                <a:solidFill>
                  <a:srgbClr val="888888"/>
                </a:solidFill>
                <a:latin typeface="MiSans Normal"/>
                <a:ea typeface="MiSans Normal"/>
              </a:rPr>
              <a:t>✗ 无</a:t>
            </a:r>
          </a:p>
        </p:txBody>
      </p:sp>
      <p:sp>
        <p:nvSpPr>
          <p:cNvPr id="27" name="VItem1_4"/>
          <p:cNvSpPr/>
          <p:nvPr/>
        </p:nvSpPr>
        <p:spPr>
          <a:xfrm>
            <a:off x="3479800" y="3937000"/>
            <a:ext cx="241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000" tIns="0" rIns="18000" bIns="0" anchor="ctr"/>
          <a:lstStyle/>
          <a:p>
            <a:pPr algn="l">
              <a:buNone/>
            </a:pPr>
            <a:r>
              <a:rPr lang="zh-CN" sz="1000" dirty="0">
                <a:solidFill>
                  <a:srgbClr val="888888"/>
                </a:solidFill>
                <a:latin typeface="MiSans Normal"/>
                <a:ea typeface="MiSans Normal"/>
              </a:rPr>
              <a:t>指令全链路</a:t>
            </a:r>
          </a:p>
          <a:p>
            <a:pPr algn="l">
              <a:buNone/>
            </a:pPr>
            <a:r>
              <a:rPr lang="zh-CN" sz="1200" b="1" dirty="0">
                <a:solidFill>
                  <a:srgbClr val="888888"/>
                </a:solidFill>
                <a:latin typeface="MiSans Normal"/>
                <a:ea typeface="MiSans Normal"/>
              </a:rPr>
              <a:t>✗ 无</a:t>
            </a:r>
          </a:p>
        </p:txBody>
      </p:sp>
      <p:sp>
        <p:nvSpPr>
          <p:cNvPr id="28" name="VItem1_5"/>
          <p:cNvSpPr/>
          <p:nvPr/>
        </p:nvSpPr>
        <p:spPr>
          <a:xfrm>
            <a:off x="3479800" y="4445000"/>
            <a:ext cx="241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000" tIns="0" rIns="18000" bIns="0" anchor="ctr"/>
          <a:lstStyle/>
          <a:p>
            <a:pPr algn="l">
              <a:buNone/>
            </a:pPr>
            <a:r>
              <a:rPr lang="zh-CN" sz="1000" dirty="0">
                <a:solidFill>
                  <a:srgbClr val="888888"/>
                </a:solidFill>
                <a:latin typeface="MiSans Normal"/>
                <a:ea typeface="MiSans Normal"/>
              </a:rPr>
              <a:t>信创适配</a:t>
            </a:r>
          </a:p>
          <a:p>
            <a:pPr algn="l">
              <a:buNone/>
            </a:pPr>
            <a:r>
              <a:rPr lang="zh-CN" sz="1200" b="1" dirty="0">
                <a:solidFill>
                  <a:srgbClr val="FFFFFF"/>
                </a:solidFill>
                <a:latin typeface="MiSans Normal"/>
                <a:ea typeface="MiSans Normal"/>
              </a:rPr>
              <a:t>△ 部分</a:t>
            </a:r>
          </a:p>
        </p:txBody>
      </p:sp>
      <p:sp>
        <p:nvSpPr>
          <p:cNvPr id="29" name="VItem1_6"/>
          <p:cNvSpPr/>
          <p:nvPr/>
        </p:nvSpPr>
        <p:spPr>
          <a:xfrm>
            <a:off x="3479800" y="4953000"/>
            <a:ext cx="241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000" tIns="0" rIns="18000" bIns="0" anchor="ctr"/>
          <a:lstStyle/>
          <a:p>
            <a:pPr algn="l">
              <a:buNone/>
            </a:pPr>
            <a:r>
              <a:rPr lang="zh-CN" sz="1000" dirty="0">
                <a:solidFill>
                  <a:srgbClr val="888888"/>
                </a:solidFill>
                <a:latin typeface="MiSans Normal"/>
                <a:ea typeface="MiSans Normal"/>
              </a:rPr>
              <a:t>价格/服务</a:t>
            </a:r>
          </a:p>
          <a:p>
            <a:pPr algn="l">
              <a:buNone/>
            </a:pPr>
            <a:r>
              <a:rPr lang="zh-CN" sz="1200" b="1" dirty="0">
                <a:solidFill>
                  <a:srgbClr val="D6E4F7"/>
                </a:solidFill>
                <a:latin typeface="MiSans Normal"/>
                <a:ea typeface="MiSans Normal"/>
              </a:rPr>
              <a:t>按订阅</a:t>
            </a:r>
          </a:p>
        </p:txBody>
      </p:sp>
      <p:sp>
        <p:nvSpPr>
          <p:cNvPr id="30" name="VCard3"/>
          <p:cNvSpPr/>
          <p:nvPr/>
        </p:nvSpPr>
        <p:spPr>
          <a:xfrm>
            <a:off x="6146800" y="1016000"/>
            <a:ext cx="2667000" cy="4699000"/>
          </a:xfrm>
          <a:prstGeom prst="roundRect">
            <a:avLst>
              <a:gd name="adj" fmla="val 5714"/>
            </a:avLst>
          </a:prstGeom>
          <a:solidFill>
            <a:srgbClr val="1B3275"/>
          </a:solidFill>
          <a:ln w="6350">
            <a:solidFill>
              <a:srgbClr val="1B327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VName3"/>
          <p:cNvSpPr/>
          <p:nvPr/>
        </p:nvSpPr>
        <p:spPr>
          <a:xfrm>
            <a:off x="6273800" y="1117600"/>
            <a:ext cx="2413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zh-CN" sz="1600" b="1" dirty="0">
                <a:solidFill>
                  <a:srgbClr val="FFFFFF"/>
                </a:solidFill>
                <a:latin typeface="MiSans Normal"/>
                <a:ea typeface="MiSans Normal"/>
              </a:rPr>
              <a:t>交易系统厂商</a:t>
            </a:r>
          </a:p>
          <a:p>
            <a:pPr algn="ctr">
              <a:buNone/>
            </a:pPr>
            <a:r>
              <a:rPr lang="zh-CN" sz="1100" dirty="0">
                <a:solidFill>
                  <a:srgbClr val="D6E4F7"/>
                </a:solidFill>
                <a:latin typeface="MiSans Normal"/>
                <a:ea typeface="MiSans Normal"/>
              </a:rPr>
              <a:t>金证 / 恒生</a:t>
            </a:r>
          </a:p>
        </p:txBody>
      </p:sp>
      <p:sp>
        <p:nvSpPr>
          <p:cNvPr id="32" name="VDiv3"/>
          <p:cNvSpPr/>
          <p:nvPr/>
        </p:nvSpPr>
        <p:spPr>
          <a:xfrm>
            <a:off x="6400800" y="1778000"/>
            <a:ext cx="2159000" cy="25400"/>
          </a:xfrm>
          <a:prstGeom prst="rect">
            <a:avLst/>
          </a:prstGeom>
          <a:solidFill>
            <a:srgbClr val="2B5EC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VItem2_0"/>
          <p:cNvSpPr/>
          <p:nvPr/>
        </p:nvSpPr>
        <p:spPr>
          <a:xfrm>
            <a:off x="6273800" y="1905000"/>
            <a:ext cx="241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000" tIns="0" rIns="18000" bIns="0" anchor="ctr"/>
          <a:lstStyle/>
          <a:p>
            <a:pPr algn="l">
              <a:buNone/>
            </a:pPr>
            <a:r>
              <a:rPr lang="zh-CN" sz="1000" dirty="0">
                <a:solidFill>
                  <a:srgbClr val="888888"/>
                </a:solidFill>
                <a:latin typeface="MiSans Normal"/>
                <a:ea typeface="MiSans Normal"/>
              </a:rPr>
              <a:t>组合管理</a:t>
            </a:r>
          </a:p>
          <a:p>
            <a:pPr algn="l">
              <a:buNone/>
            </a:pPr>
            <a:r>
              <a:rPr lang="zh-CN" sz="1200" b="1" dirty="0">
                <a:solidFill>
                  <a:srgbClr val="FFFFFF"/>
                </a:solidFill>
                <a:latin typeface="MiSans Normal"/>
                <a:ea typeface="MiSans Normal"/>
              </a:rPr>
              <a:t>△ 弱</a:t>
            </a:r>
          </a:p>
        </p:txBody>
      </p:sp>
      <p:sp>
        <p:nvSpPr>
          <p:cNvPr id="34" name="VItem2_1"/>
          <p:cNvSpPr/>
          <p:nvPr/>
        </p:nvSpPr>
        <p:spPr>
          <a:xfrm>
            <a:off x="6273800" y="2413000"/>
            <a:ext cx="241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000" tIns="0" rIns="18000" bIns="0" anchor="ctr"/>
          <a:lstStyle/>
          <a:p>
            <a:pPr algn="l">
              <a:buNone/>
            </a:pPr>
            <a:r>
              <a:rPr lang="zh-CN" sz="1000" dirty="0">
                <a:solidFill>
                  <a:srgbClr val="888888"/>
                </a:solidFill>
                <a:latin typeface="MiSans Normal"/>
                <a:ea typeface="MiSans Normal"/>
              </a:rPr>
              <a:t>实时风险</a:t>
            </a:r>
          </a:p>
          <a:p>
            <a:pPr algn="l">
              <a:buNone/>
            </a:pPr>
            <a:r>
              <a:rPr lang="zh-CN" sz="1200" b="1" dirty="0">
                <a:solidFill>
                  <a:srgbClr val="FFFFFF"/>
                </a:solidFill>
                <a:latin typeface="MiSans Normal"/>
                <a:ea typeface="MiSans Normal"/>
              </a:rPr>
              <a:t>△ 弱</a:t>
            </a:r>
          </a:p>
        </p:txBody>
      </p:sp>
      <p:sp>
        <p:nvSpPr>
          <p:cNvPr id="35" name="VItem2_2"/>
          <p:cNvSpPr/>
          <p:nvPr/>
        </p:nvSpPr>
        <p:spPr>
          <a:xfrm>
            <a:off x="6273800" y="2921000"/>
            <a:ext cx="241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000" tIns="0" rIns="18000" bIns="0" anchor="ctr"/>
          <a:lstStyle/>
          <a:p>
            <a:pPr algn="l">
              <a:buNone/>
            </a:pPr>
            <a:r>
              <a:rPr lang="zh-CN" sz="1000" dirty="0">
                <a:solidFill>
                  <a:srgbClr val="888888"/>
                </a:solidFill>
                <a:latin typeface="MiSans Normal"/>
                <a:ea typeface="MiSans Normal"/>
              </a:rPr>
              <a:t>量化策略</a:t>
            </a:r>
          </a:p>
          <a:p>
            <a:pPr algn="l">
              <a:buNone/>
            </a:pPr>
            <a:r>
              <a:rPr lang="zh-CN" sz="1200" b="1" dirty="0">
                <a:solidFill>
                  <a:srgbClr val="888888"/>
                </a:solidFill>
                <a:latin typeface="MiSans Normal"/>
                <a:ea typeface="MiSans Normal"/>
              </a:rPr>
              <a:t>✗ 无</a:t>
            </a:r>
          </a:p>
        </p:txBody>
      </p:sp>
      <p:sp>
        <p:nvSpPr>
          <p:cNvPr id="36" name="VItem2_3"/>
          <p:cNvSpPr/>
          <p:nvPr/>
        </p:nvSpPr>
        <p:spPr>
          <a:xfrm>
            <a:off x="6273800" y="3429000"/>
            <a:ext cx="241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000" tIns="0" rIns="18000" bIns="0" anchor="ctr"/>
          <a:lstStyle/>
          <a:p>
            <a:pPr algn="l">
              <a:buNone/>
            </a:pPr>
            <a:r>
              <a:rPr lang="zh-CN" sz="1000" dirty="0">
                <a:solidFill>
                  <a:srgbClr val="888888"/>
                </a:solidFill>
                <a:latin typeface="MiSans Normal"/>
                <a:ea typeface="MiSans Normal"/>
              </a:rPr>
              <a:t>事件风控</a:t>
            </a:r>
          </a:p>
          <a:p>
            <a:pPr algn="l">
              <a:buNone/>
            </a:pPr>
            <a:r>
              <a:rPr lang="zh-CN" sz="1200" b="1" dirty="0">
                <a:solidFill>
                  <a:srgbClr val="FFFFFF"/>
                </a:solidFill>
                <a:latin typeface="MiSans Normal"/>
                <a:ea typeface="MiSans Normal"/>
              </a:rPr>
              <a:t>△ 弱</a:t>
            </a:r>
          </a:p>
        </p:txBody>
      </p:sp>
      <p:sp>
        <p:nvSpPr>
          <p:cNvPr id="37" name="VItem2_4"/>
          <p:cNvSpPr/>
          <p:nvPr/>
        </p:nvSpPr>
        <p:spPr>
          <a:xfrm>
            <a:off x="6273800" y="3937000"/>
            <a:ext cx="241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000" tIns="0" rIns="18000" bIns="0" anchor="ctr"/>
          <a:lstStyle/>
          <a:p>
            <a:pPr algn="l">
              <a:buNone/>
            </a:pPr>
            <a:r>
              <a:rPr lang="zh-CN" sz="1000" dirty="0">
                <a:solidFill>
                  <a:srgbClr val="888888"/>
                </a:solidFill>
                <a:latin typeface="MiSans Normal"/>
                <a:ea typeface="MiSans Normal"/>
              </a:rPr>
              <a:t>指令全链路</a:t>
            </a:r>
          </a:p>
          <a:p>
            <a:pPr algn="l">
              <a:buNone/>
            </a:pPr>
            <a:r>
              <a:rPr lang="zh-CN" sz="1200" b="1" dirty="0">
                <a:solidFill>
                  <a:srgbClr val="FFFFFF"/>
                </a:solidFill>
                <a:latin typeface="MiSans Normal"/>
                <a:ea typeface="MiSans Normal"/>
              </a:rPr>
              <a:t>✓ 强</a:t>
            </a:r>
          </a:p>
        </p:txBody>
      </p:sp>
      <p:sp>
        <p:nvSpPr>
          <p:cNvPr id="38" name="VItem2_5"/>
          <p:cNvSpPr/>
          <p:nvPr/>
        </p:nvSpPr>
        <p:spPr>
          <a:xfrm>
            <a:off x="6273800" y="4445000"/>
            <a:ext cx="241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000" tIns="0" rIns="18000" bIns="0" anchor="ctr"/>
          <a:lstStyle/>
          <a:p>
            <a:pPr algn="l">
              <a:buNone/>
            </a:pPr>
            <a:r>
              <a:rPr lang="zh-CN" sz="1000" dirty="0">
                <a:solidFill>
                  <a:srgbClr val="888888"/>
                </a:solidFill>
                <a:latin typeface="MiSans Normal"/>
                <a:ea typeface="MiSans Normal"/>
              </a:rPr>
              <a:t>信创适配</a:t>
            </a:r>
          </a:p>
          <a:p>
            <a:pPr algn="l">
              <a:buNone/>
            </a:pPr>
            <a:r>
              <a:rPr lang="zh-CN" sz="1200" b="1" dirty="0">
                <a:solidFill>
                  <a:srgbClr val="FFFFFF"/>
                </a:solidFill>
                <a:latin typeface="MiSans Normal"/>
                <a:ea typeface="MiSans Normal"/>
              </a:rPr>
              <a:t>✓ 部分</a:t>
            </a:r>
          </a:p>
        </p:txBody>
      </p:sp>
      <p:sp>
        <p:nvSpPr>
          <p:cNvPr id="39" name="VItem2_6"/>
          <p:cNvSpPr/>
          <p:nvPr/>
        </p:nvSpPr>
        <p:spPr>
          <a:xfrm>
            <a:off x="6273800" y="4953000"/>
            <a:ext cx="241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000" tIns="0" rIns="18000" bIns="0" anchor="ctr"/>
          <a:lstStyle/>
          <a:p>
            <a:pPr algn="l">
              <a:buNone/>
            </a:pPr>
            <a:r>
              <a:rPr lang="zh-CN" sz="1000" dirty="0">
                <a:solidFill>
                  <a:srgbClr val="888888"/>
                </a:solidFill>
                <a:latin typeface="MiSans Normal"/>
                <a:ea typeface="MiSans Normal"/>
              </a:rPr>
              <a:t>价格/服务</a:t>
            </a:r>
          </a:p>
          <a:p>
            <a:pPr algn="l">
              <a:buNone/>
            </a:pPr>
            <a:r>
              <a:rPr lang="zh-CN" sz="1200" b="1" dirty="0">
                <a:solidFill>
                  <a:srgbClr val="D6E4F7"/>
                </a:solidFill>
                <a:latin typeface="MiSans Normal"/>
                <a:ea typeface="MiSans Normal"/>
              </a:rPr>
              <a:t>系统依赖</a:t>
            </a:r>
          </a:p>
        </p:txBody>
      </p:sp>
      <p:sp>
        <p:nvSpPr>
          <p:cNvPr id="40" name="VCard4"/>
          <p:cNvSpPr/>
          <p:nvPr/>
        </p:nvSpPr>
        <p:spPr>
          <a:xfrm>
            <a:off x="8940800" y="1016000"/>
            <a:ext cx="2667000" cy="4699000"/>
          </a:xfrm>
          <a:prstGeom prst="roundRect">
            <a:avLst>
              <a:gd name="adj" fmla="val 5714"/>
            </a:avLst>
          </a:prstGeom>
          <a:solidFill>
            <a:srgbClr val="1B3275"/>
          </a:solidFill>
          <a:ln w="19050">
            <a:solidFill>
              <a:srgbClr val="E5393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VName4"/>
          <p:cNvSpPr/>
          <p:nvPr/>
        </p:nvSpPr>
        <p:spPr>
          <a:xfrm>
            <a:off x="9067800" y="1117600"/>
            <a:ext cx="2413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zh-CN" sz="1600" b="1" dirty="0">
                <a:solidFill>
                  <a:srgbClr val="FFFFFF"/>
                </a:solidFill>
                <a:latin typeface="MiSans Normal"/>
                <a:ea typeface="MiSans Normal"/>
              </a:rPr>
              <a:t>华锐POMS</a:t>
            </a:r>
          </a:p>
          <a:p>
            <a:pPr algn="ctr">
              <a:buNone/>
            </a:pPr>
            <a:r>
              <a:rPr lang="zh-CN" sz="1100" dirty="0">
                <a:solidFill>
                  <a:srgbClr val="D6E4F7"/>
                </a:solidFill>
                <a:latin typeface="MiSans Normal"/>
                <a:ea typeface="MiSans Normal"/>
              </a:rPr>
              <a:t>全栈国产化</a:t>
            </a:r>
          </a:p>
        </p:txBody>
      </p:sp>
      <p:sp>
        <p:nvSpPr>
          <p:cNvPr id="42" name="VDiv4"/>
          <p:cNvSpPr/>
          <p:nvPr/>
        </p:nvSpPr>
        <p:spPr>
          <a:xfrm>
            <a:off x="9194800" y="1778000"/>
            <a:ext cx="2159000" cy="254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VItem3_0"/>
          <p:cNvSpPr/>
          <p:nvPr/>
        </p:nvSpPr>
        <p:spPr>
          <a:xfrm>
            <a:off x="9067800" y="1905000"/>
            <a:ext cx="241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000" tIns="0" rIns="18000" bIns="0" anchor="ctr"/>
          <a:lstStyle/>
          <a:p>
            <a:pPr algn="l">
              <a:buNone/>
            </a:pPr>
            <a:r>
              <a:rPr lang="zh-CN" sz="1000" dirty="0">
                <a:solidFill>
                  <a:srgbClr val="888888"/>
                </a:solidFill>
                <a:latin typeface="MiSans Normal"/>
                <a:ea typeface="MiSans Normal"/>
              </a:rPr>
              <a:t>组合管理</a:t>
            </a:r>
          </a:p>
          <a:p>
            <a:pPr algn="l">
              <a:buNone/>
            </a:pPr>
            <a:r>
              <a:rPr lang="zh-CN" sz="1200" b="1" dirty="0">
                <a:solidFill>
                  <a:srgbClr val="3B7DD8"/>
                </a:solidFill>
                <a:latin typeface="MiSans Normal"/>
                <a:ea typeface="MiSans Normal"/>
              </a:rPr>
              <a:t>✓✓ 专项设计</a:t>
            </a:r>
          </a:p>
        </p:txBody>
      </p:sp>
      <p:sp>
        <p:nvSpPr>
          <p:cNvPr id="44" name="VItem3_1"/>
          <p:cNvSpPr/>
          <p:nvPr/>
        </p:nvSpPr>
        <p:spPr>
          <a:xfrm>
            <a:off x="9067800" y="2413000"/>
            <a:ext cx="241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000" tIns="0" rIns="18000" bIns="0" anchor="ctr"/>
          <a:lstStyle/>
          <a:p>
            <a:pPr algn="l">
              <a:buNone/>
            </a:pPr>
            <a:r>
              <a:rPr lang="zh-CN" sz="1000" dirty="0">
                <a:solidFill>
                  <a:srgbClr val="888888"/>
                </a:solidFill>
                <a:latin typeface="MiSans Normal"/>
                <a:ea typeface="MiSans Normal"/>
              </a:rPr>
              <a:t>实时风险</a:t>
            </a:r>
          </a:p>
          <a:p>
            <a:pPr algn="l">
              <a:buNone/>
            </a:pPr>
            <a:r>
              <a:rPr lang="zh-CN" sz="1200" b="1" dirty="0">
                <a:solidFill>
                  <a:srgbClr val="3B7DD8"/>
                </a:solidFill>
                <a:latin typeface="MiSans Normal"/>
                <a:ea typeface="MiSans Normal"/>
              </a:rPr>
              <a:t>✓✓ 千亿级</a:t>
            </a:r>
          </a:p>
        </p:txBody>
      </p:sp>
      <p:sp>
        <p:nvSpPr>
          <p:cNvPr id="45" name="VItem3_2"/>
          <p:cNvSpPr/>
          <p:nvPr/>
        </p:nvSpPr>
        <p:spPr>
          <a:xfrm>
            <a:off x="9067800" y="2921000"/>
            <a:ext cx="241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000" tIns="0" rIns="18000" bIns="0" anchor="ctr"/>
          <a:lstStyle/>
          <a:p>
            <a:pPr algn="l">
              <a:buNone/>
            </a:pPr>
            <a:r>
              <a:rPr lang="zh-CN" sz="1000" dirty="0">
                <a:solidFill>
                  <a:srgbClr val="888888"/>
                </a:solidFill>
                <a:latin typeface="MiSans Normal"/>
                <a:ea typeface="MiSans Normal"/>
              </a:rPr>
              <a:t>量化策略</a:t>
            </a:r>
          </a:p>
          <a:p>
            <a:pPr algn="l">
              <a:buNone/>
            </a:pPr>
            <a:r>
              <a:rPr lang="zh-CN" sz="1200" b="1" dirty="0">
                <a:solidFill>
                  <a:srgbClr val="FFFFFF"/>
                </a:solidFill>
                <a:latin typeface="MiSans Normal"/>
                <a:ea typeface="MiSans Normal"/>
              </a:rPr>
              <a:t>✓ 多策略</a:t>
            </a:r>
          </a:p>
        </p:txBody>
      </p:sp>
      <p:sp>
        <p:nvSpPr>
          <p:cNvPr id="46" name="VItem3_3"/>
          <p:cNvSpPr/>
          <p:nvPr/>
        </p:nvSpPr>
        <p:spPr>
          <a:xfrm>
            <a:off x="9067800" y="3429000"/>
            <a:ext cx="241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000" tIns="0" rIns="18000" bIns="0" anchor="ctr"/>
          <a:lstStyle/>
          <a:p>
            <a:pPr algn="l">
              <a:buNone/>
            </a:pPr>
            <a:r>
              <a:rPr lang="zh-CN" sz="1000" dirty="0">
                <a:solidFill>
                  <a:srgbClr val="888888"/>
                </a:solidFill>
                <a:latin typeface="MiSans Normal"/>
                <a:ea typeface="MiSans Normal"/>
              </a:rPr>
              <a:t>事件风控</a:t>
            </a:r>
          </a:p>
          <a:p>
            <a:pPr algn="l">
              <a:buNone/>
            </a:pPr>
            <a:r>
              <a:rPr lang="zh-CN" sz="1200" b="1" dirty="0">
                <a:solidFill>
                  <a:srgbClr val="3B7DD8"/>
                </a:solidFill>
                <a:latin typeface="MiSans Normal"/>
                <a:ea typeface="MiSans Normal"/>
              </a:rPr>
              <a:t>✓✓ CEP+压测</a:t>
            </a:r>
          </a:p>
        </p:txBody>
      </p:sp>
      <p:sp>
        <p:nvSpPr>
          <p:cNvPr id="47" name="VItem3_4"/>
          <p:cNvSpPr/>
          <p:nvPr/>
        </p:nvSpPr>
        <p:spPr>
          <a:xfrm>
            <a:off x="9067800" y="3937000"/>
            <a:ext cx="241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000" tIns="0" rIns="18000" bIns="0" anchor="ctr"/>
          <a:lstStyle/>
          <a:p>
            <a:pPr algn="l">
              <a:buNone/>
            </a:pPr>
            <a:r>
              <a:rPr lang="zh-CN" sz="1000" dirty="0">
                <a:solidFill>
                  <a:srgbClr val="888888"/>
                </a:solidFill>
                <a:latin typeface="MiSans Normal"/>
                <a:ea typeface="MiSans Normal"/>
              </a:rPr>
              <a:t>指令全链路</a:t>
            </a:r>
          </a:p>
          <a:p>
            <a:pPr algn="l">
              <a:buNone/>
            </a:pPr>
            <a:r>
              <a:rPr lang="zh-CN" sz="1200" b="1" dirty="0">
                <a:solidFill>
                  <a:srgbClr val="FFFFFF"/>
                </a:solidFill>
                <a:latin typeface="MiSans Normal"/>
                <a:ea typeface="MiSans Normal"/>
              </a:rPr>
              <a:t>✓ 全生命周期</a:t>
            </a:r>
          </a:p>
        </p:txBody>
      </p:sp>
      <p:sp>
        <p:nvSpPr>
          <p:cNvPr id="48" name="VItem3_5"/>
          <p:cNvSpPr/>
          <p:nvPr/>
        </p:nvSpPr>
        <p:spPr>
          <a:xfrm>
            <a:off x="9067800" y="4445000"/>
            <a:ext cx="241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000" tIns="0" rIns="18000" bIns="0" anchor="ctr"/>
          <a:lstStyle/>
          <a:p>
            <a:pPr algn="l">
              <a:buNone/>
            </a:pPr>
            <a:r>
              <a:rPr lang="zh-CN" sz="1000" dirty="0">
                <a:solidFill>
                  <a:srgbClr val="888888"/>
                </a:solidFill>
                <a:latin typeface="MiSans Normal"/>
                <a:ea typeface="MiSans Normal"/>
              </a:rPr>
              <a:t>信创适配</a:t>
            </a:r>
          </a:p>
          <a:p>
            <a:pPr algn="l">
              <a:buNone/>
            </a:pPr>
            <a:r>
              <a:rPr lang="zh-CN" sz="1200" b="1" dirty="0">
                <a:solidFill>
                  <a:srgbClr val="3B7DD8"/>
                </a:solidFill>
                <a:latin typeface="MiSans Normal"/>
                <a:ea typeface="MiSans Normal"/>
              </a:rPr>
              <a:t>✓✓ 全栈</a:t>
            </a:r>
          </a:p>
        </p:txBody>
      </p:sp>
      <p:sp>
        <p:nvSpPr>
          <p:cNvPr id="49" name="VItem3_6"/>
          <p:cNvSpPr/>
          <p:nvPr/>
        </p:nvSpPr>
        <p:spPr>
          <a:xfrm>
            <a:off x="9067800" y="4953000"/>
            <a:ext cx="241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000" tIns="0" rIns="18000" bIns="0" anchor="ctr"/>
          <a:lstStyle/>
          <a:p>
            <a:pPr algn="l">
              <a:buNone/>
            </a:pPr>
            <a:r>
              <a:rPr lang="zh-CN" sz="1000" dirty="0">
                <a:solidFill>
                  <a:srgbClr val="888888"/>
                </a:solidFill>
                <a:latin typeface="MiSans Normal"/>
                <a:ea typeface="MiSans Normal"/>
              </a:rPr>
              <a:t>价格/服务</a:t>
            </a:r>
          </a:p>
          <a:p>
            <a:pPr algn="l">
              <a:buNone/>
            </a:pPr>
            <a:r>
              <a:rPr lang="zh-CN" sz="1200" b="1" dirty="0">
                <a:solidFill>
                  <a:srgbClr val="3B7DD8"/>
                </a:solidFill>
                <a:latin typeface="MiSans Normal"/>
                <a:ea typeface="MiSans Normal"/>
              </a:rPr>
              <a:t>✓✓ 快速响应</a:t>
            </a:r>
          </a:p>
        </p:txBody>
      </p:sp>
      <p:sp>
        <p:nvSpPr>
          <p:cNvPr id="50" name="Takeaway"/>
          <p:cNvSpPr/>
          <p:nvPr/>
        </p:nvSpPr>
        <p:spPr>
          <a:xfrm>
            <a:off x="558800" y="5816600"/>
            <a:ext cx="11074400" cy="533400"/>
          </a:xfrm>
          <a:prstGeom prst="roundRect">
            <a:avLst>
              <a:gd name="adj" fmla="val 5714"/>
            </a:avLst>
          </a:prstGeom>
          <a:solidFill>
            <a:srgbClr val="0F2060"/>
          </a:solidFill>
          <a:ln>
            <a:noFill/>
          </a:ln>
        </p:spPr>
        <p:txBody>
          <a:bodyPr wrap="square" lIns="108000" tIns="18000" rIns="108000" bIns="18000" anchor="ctr"/>
          <a:lstStyle/>
          <a:p>
            <a:pPr algn="l">
              <a:buNone/>
            </a:pPr>
            <a:r>
              <a:rPr lang="zh-CN" sz="1400" b="1" dirty="0">
                <a:solidFill>
                  <a:srgbClr val="FFFFFF"/>
                </a:solidFill>
                <a:latin typeface="MiSans Normal"/>
                <a:ea typeface="MiSans Normal"/>
              </a:rPr>
              <a:t>华锐独特定位</a:t>
            </a:r>
            <a:r>
              <a:rPr lang="zh-CN" sz="1400" dirty="0">
                <a:solidFill>
                  <a:srgbClr val="FFFFFF"/>
                </a:solidFill>
                <a:latin typeface="MiSans Normal"/>
                <a:ea typeface="MiSans Normal"/>
              </a:rPr>
              <a:t xml:space="preserve">  |  唯一同时满足：FICC前台基因 + 买方资管平台 + 信创合规认证 + 一体化统一部署  |  综合评分 9/9</a:t>
            </a:r>
          </a:p>
        </p:txBody>
      </p:sp>
      <p:pic>
        <p:nvPicPr>
          <p:cNvPr id="51" name="Picture 50" descr="diagram_4_竞争定位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6284" y="1005840"/>
            <a:ext cx="8216382" cy="4809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23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Sans Normal"/>
              </a:defRPr>
            </a:pPr>
            <a:r>
              <a:t>华锐四大不可替代优势：为什么一体化 &gt; 拼凑集成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6年毕马威领先金融科技50强 · 128件发明专利 · 千亿级客户验证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2651760" cy="4480560"/>
          </a:xfrm>
          <a:prstGeom prst="rect">
            <a:avLst/>
          </a:prstGeom>
          <a:solidFill>
            <a:srgbClr val="0F2060"/>
          </a:solidFill>
          <a:ln w="12700">
            <a:solidFill>
              <a:srgbClr val="2B5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B5EC7"/>
                </a:solidFill>
                <a:latin typeface="MiSans Normal"/>
              </a:defRPr>
            </a:pPr>
            <a: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Sans Normal"/>
              </a:defRPr>
            </a:pPr>
            <a:r>
              <a:t>不只是数据对接</a:t>
            </a:r>
            <a:br/>
            <a:r>
              <a:t>完整FICC业务平台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76272"/>
            <a:ext cx="2103120" cy="27432"/>
          </a:xfrm>
          <a:prstGeom prst="rect">
            <a:avLst/>
          </a:prstGeom>
          <a:solidFill>
            <a:srgbClr val="2B5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28600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从数据集成→业务应用的全栈平台</a:t>
            </a:r>
          </a:p>
          <a:p>
            <a:pPr>
              <a:spcBef>
                <a:spcPts val="500"/>
              </a:spcBef>
              <a:defRPr sz="1400">
                <a:solidFill>
                  <a:srgbClr val="FFFFFF"/>
                </a:solidFill>
                <a:latin typeface="MiSans Normal"/>
              </a:defRPr>
            </a:pPr>
            <a:r>
              <a:t>▸ 覆盖组合管理/定价/风控/归因/执行</a:t>
            </a:r>
          </a:p>
          <a:p>
            <a:pPr>
              <a:spcBef>
                <a:spcPts val="500"/>
              </a:spcBef>
              <a:defRPr sz="1400">
                <a:solidFill>
                  <a:srgbClr val="FFFFFF"/>
                </a:solidFill>
                <a:latin typeface="MiSans Normal"/>
              </a:defRPr>
            </a:pPr>
            <a:r>
              <a:t>▸ 一个厂商解决全部问题，无需拼凑集成</a:t>
            </a:r>
          </a:p>
          <a:p>
            <a:pPr>
              <a:spcBef>
                <a:spcPts val="500"/>
              </a:spcBef>
              <a:defRPr sz="1400">
                <a:solidFill>
                  <a:srgbClr val="FFFFFF"/>
                </a:solidFill>
                <a:latin typeface="MiSans Normal"/>
              </a:defRPr>
            </a:pPr>
            <a:r>
              <a:t>▸ 避免多厂商接口灾难（数据不一致/责任推诿）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024128"/>
            <a:ext cx="2651760" cy="4480560"/>
          </a:xfrm>
          <a:prstGeom prst="rect">
            <a:avLst/>
          </a:prstGeom>
          <a:solidFill>
            <a:srgbClr val="0F2060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1078992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7DD8"/>
                </a:solidFill>
                <a:latin typeface="MiSans Normal"/>
              </a:defRPr>
            </a:pPr>
            <a: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6002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Sans Normal"/>
              </a:defRPr>
            </a:pPr>
            <a:r>
              <a:t>不只是分析工具</a:t>
            </a:r>
            <a:br/>
            <a:r>
              <a:t>覆盖交易执行全链路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2176272"/>
            <a:ext cx="2103120" cy="27432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29000" y="228600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相对价值策略到multi-leg执行一条龙</a:t>
            </a:r>
          </a:p>
          <a:p>
            <a:pPr>
              <a:spcBef>
                <a:spcPts val="500"/>
              </a:spcBef>
              <a:defRPr sz="1400">
                <a:solidFill>
                  <a:srgbClr val="FFFFFF"/>
                </a:solidFill>
                <a:latin typeface="MiSans Normal"/>
              </a:defRPr>
            </a:pPr>
            <a:r>
              <a:t>▸ QP优化引擎→指令→OEMS→TCA闭环</a:t>
            </a:r>
          </a:p>
          <a:p>
            <a:pPr>
              <a:spcBef>
                <a:spcPts val="500"/>
              </a:spcBef>
              <a:defRPr sz="1400">
                <a:solidFill>
                  <a:srgbClr val="FFFFFF"/>
                </a:solidFill>
                <a:latin typeface="MiSans Normal"/>
              </a:defRPr>
            </a:pPr>
            <a:r>
              <a:t>▸ 投研信号直接驱动组合调整，消除死亡谷</a:t>
            </a:r>
          </a:p>
          <a:p>
            <a:pPr>
              <a:spcBef>
                <a:spcPts val="500"/>
              </a:spcBef>
              <a:defRPr sz="1400">
                <a:solidFill>
                  <a:srgbClr val="FFFFFF"/>
                </a:solidFill>
                <a:latin typeface="MiSans Normal"/>
              </a:defRPr>
            </a:pPr>
            <a:r>
              <a:t>▸ Campisi 2.0+Brinson归因持续改进Alpha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024128"/>
            <a:ext cx="2651760" cy="4480560"/>
          </a:xfrm>
          <a:prstGeom prst="rect">
            <a:avLst/>
          </a:prstGeom>
          <a:solidFill>
            <a:srgbClr val="0F2060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1078992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Sans Normal"/>
              </a:defRPr>
            </a:pPr>
            <a: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6002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Sans Normal"/>
              </a:defRPr>
            </a:pPr>
            <a:r>
              <a:t>不只是国内</a:t>
            </a:r>
            <a:br/>
            <a:r>
              <a:t>香港国际业务中心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176272"/>
            <a:ext cx="2103120" cy="27432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63640" y="228600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支持跨境投资，港股/外债/外汇统一管理</a:t>
            </a:r>
          </a:p>
          <a:p>
            <a:pPr>
              <a:spcBef>
                <a:spcPts val="500"/>
              </a:spcBef>
              <a:defRPr sz="1400">
                <a:solidFill>
                  <a:srgbClr val="FFFFFF"/>
                </a:solidFill>
                <a:latin typeface="MiSans Normal"/>
              </a:defRPr>
            </a:pPr>
            <a:r>
              <a:t>▸ 国际化资产不用另找供应商</a:t>
            </a:r>
          </a:p>
          <a:p>
            <a:pPr>
              <a:spcBef>
                <a:spcPts val="500"/>
              </a:spcBef>
              <a:defRPr sz="1400">
                <a:solidFill>
                  <a:srgbClr val="FFFFFF"/>
                </a:solidFill>
                <a:latin typeface="MiSans Normal"/>
              </a:defRPr>
            </a:pPr>
            <a:r>
              <a:t>▸ HKMA/SEC合规框架支持</a:t>
            </a:r>
          </a:p>
          <a:p>
            <a:pPr>
              <a:spcBef>
                <a:spcPts val="500"/>
              </a:spcBef>
              <a:defRPr sz="1400">
                <a:solidFill>
                  <a:srgbClr val="FFFFFF"/>
                </a:solidFill>
                <a:latin typeface="MiSans Normal"/>
              </a:defRPr>
            </a:pPr>
            <a:r>
              <a:t>▸ 跨境业务扩张无缝衔接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1024128"/>
            <a:ext cx="2651760" cy="4480560"/>
          </a:xfrm>
          <a:prstGeom prst="rect">
            <a:avLst/>
          </a:prstGeom>
          <a:solidFill>
            <a:srgbClr val="0F2060"/>
          </a:solidFill>
          <a:ln w="12700">
            <a:solidFill>
              <a:srgbClr val="0F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52560" y="1078992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2060"/>
                </a:solidFill>
                <a:latin typeface="MiSans Normal"/>
              </a:defRPr>
            </a:pPr>
            <a:r>
              <a:t>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6002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Sans Normal"/>
              </a:defRPr>
            </a:pPr>
            <a:r>
              <a:t>不只是替代</a:t>
            </a:r>
            <a:br/>
            <a:r>
              <a:t>对标Aladdin定义天花板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2176272"/>
            <a:ext cx="2103120" cy="27432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98280" y="228600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愿景：国元的Mini-Aladdin</a:t>
            </a:r>
          </a:p>
          <a:p>
            <a:pPr>
              <a:spcBef>
                <a:spcPts val="500"/>
              </a:spcBef>
              <a:defRPr sz="1400">
                <a:solidFill>
                  <a:srgbClr val="FFFFFF"/>
                </a:solidFill>
                <a:latin typeface="MiSans Normal"/>
              </a:defRPr>
            </a:pPr>
            <a:r>
              <a:t>▸ 千亿规模值得世界级系统</a:t>
            </a:r>
          </a:p>
          <a:p>
            <a:pPr>
              <a:spcBef>
                <a:spcPts val="500"/>
              </a:spcBef>
              <a:defRPr sz="1400">
                <a:solidFill>
                  <a:srgbClr val="FFFFFF"/>
                </a:solidFill>
                <a:latin typeface="MiSans Normal"/>
              </a:defRPr>
            </a:pPr>
            <a:r>
              <a:t>▸ 10亿研发投入+500人团队持续演进</a:t>
            </a:r>
          </a:p>
          <a:p>
            <a:pPr>
              <a:spcBef>
                <a:spcPts val="500"/>
              </a:spcBef>
              <a:defRPr sz="1400">
                <a:solidFill>
                  <a:srgbClr val="FFFFFF"/>
                </a:solidFill>
                <a:latin typeface="MiSans Normal"/>
              </a:defRPr>
            </a:pPr>
            <a:r>
              <a:t>▸ 3年路线图，而非项目交付即止步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650992"/>
            <a:ext cx="11247120" cy="59436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5696712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毕马威领先金融科技50强（连续6年）  ·  国家级专精特新重点小巨人  ·  IDC中国FinTech50（连续3年）  ·  128件发明专利  ·  500人团队  ·  10亿研发投入</a:t>
            </a:r>
          </a:p>
        </p:txBody>
      </p:sp>
    </p:spTree>
    <p:extLst>
      <p:ext uri="{BB962C8B-B14F-4D97-AF65-F5344CB8AC3E}">
        <p14:creationId xmlns:p14="http://schemas.microsoft.com/office/powerpoint/2010/main" val="605078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Sans Normal"/>
              </a:defRPr>
            </a:pPr>
            <a:r>
              <a:t>为什么是现在：三大时间窗口同时打开，延迟的代价指数级上升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监管驱动 + 竞争驱动 + 合规驱动 = 24个月黄金建设窗口，M6 Quick Win验收节点确认价值</a:t>
            </a:r>
          </a:p>
        </p:txBody>
      </p:sp>
      <p:sp>
        <p:nvSpPr>
          <p:cNvPr id="10" name="Card1"/>
          <p:cNvSpPr/>
          <p:nvPr/>
        </p:nvSpPr>
        <p:spPr>
          <a:xfrm>
            <a:off x="558800" y="1117600"/>
            <a:ext cx="2133600" cy="3810000"/>
          </a:xfrm>
          <a:prstGeom prst="roundRect">
            <a:avLst>
              <a:gd name="adj" fmla="val 5714"/>
            </a:avLst>
          </a:prstGeom>
          <a:solidFill>
            <a:srgbClr val="1B3275"/>
          </a:solidFill>
          <a:ln w="6350">
            <a:solidFill>
              <a:srgbClr val="1B327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Pill1"/>
          <p:cNvSpPr/>
          <p:nvPr/>
        </p:nvSpPr>
        <p:spPr>
          <a:xfrm>
            <a:off x="863600" y="1244600"/>
            <a:ext cx="1524000" cy="279400"/>
          </a:xfrm>
          <a:prstGeom prst="roundRect">
            <a:avLst>
              <a:gd name="adj" fmla="val 50000"/>
            </a:avLst>
          </a:prstGeom>
          <a:solidFill>
            <a:srgbClr val="0F2060"/>
          </a:solidFill>
          <a:ln>
            <a:noFill/>
          </a:ln>
        </p:spPr>
        <p:txBody>
          <a:bodyPr wrap="square" lIns="36000" tIns="0" rIns="36000" bIns="0" anchor="ctr"/>
          <a:lstStyle/>
          <a:p>
            <a:pPr algn="ctr">
              <a:buNone/>
            </a:pPr>
            <a:r>
              <a:rPr lang="zh-CN" sz="1400" b="1" dirty="0">
                <a:solidFill>
                  <a:srgbClr val="FFFFFF"/>
                </a:solidFill>
                <a:latin typeface="MiSans Normal"/>
                <a:ea typeface="MiSans Normal"/>
              </a:rPr>
              <a:t>2026-2030</a:t>
            </a:r>
          </a:p>
        </p:txBody>
      </p:sp>
      <p:sp>
        <p:nvSpPr>
          <p:cNvPr id="12" name="Label1"/>
          <p:cNvSpPr/>
          <p:nvPr/>
        </p:nvSpPr>
        <p:spPr>
          <a:xfrm>
            <a:off x="660400" y="1676400"/>
            <a:ext cx="1930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zh-CN" sz="1600" b="1" dirty="0">
                <a:solidFill>
                  <a:srgbClr val="FFFFFF"/>
                </a:solidFill>
                <a:latin typeface="MiSans Normal"/>
                <a:ea typeface="MiSans Normal"/>
              </a:rPr>
              <a:t>监管/信创</a:t>
            </a:r>
          </a:p>
        </p:txBody>
      </p:sp>
      <p:sp>
        <p:nvSpPr>
          <p:cNvPr id="13" name="Div1"/>
          <p:cNvSpPr/>
          <p:nvPr/>
        </p:nvSpPr>
        <p:spPr>
          <a:xfrm>
            <a:off x="812800" y="2108200"/>
            <a:ext cx="1625600" cy="254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Head1"/>
          <p:cNvSpPr/>
          <p:nvPr/>
        </p:nvSpPr>
        <p:spPr>
          <a:xfrm>
            <a:off x="685800" y="2235200"/>
            <a:ext cx="18796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zh-CN" sz="1400" dirty="0">
                <a:solidFill>
                  <a:srgbClr val="FFFFFF"/>
                </a:solidFill>
                <a:latin typeface="MiSans Normal"/>
                <a:ea typeface="MiSans Normal"/>
              </a:rPr>
              <a:t>'十五五'信创硬指标 2026-2030</a:t>
            </a:r>
          </a:p>
        </p:txBody>
      </p:sp>
      <p:sp>
        <p:nvSpPr>
          <p:cNvPr id="15" name="Cost1"/>
          <p:cNvSpPr/>
          <p:nvPr/>
        </p:nvSpPr>
        <p:spPr>
          <a:xfrm>
            <a:off x="685800" y="3594100"/>
            <a:ext cx="1879600" cy="889000"/>
          </a:xfrm>
          <a:prstGeom prst="roundRect">
            <a:avLst>
              <a:gd name="adj" fmla="val 5714"/>
            </a:avLst>
          </a:prstGeom>
          <a:solidFill>
            <a:srgbClr val="1B3275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zh-CN" sz="1400" dirty="0">
                <a:solidFill>
                  <a:srgbClr val="FFFFFF"/>
                </a:solidFill>
                <a:latin typeface="MiSans Normal"/>
                <a:ea typeface="MiSans Normal"/>
              </a:rPr>
              <a:t>延迟代价</a:t>
            </a:r>
          </a:p>
          <a:p>
            <a:pPr algn="ctr">
              <a:buNone/>
            </a:pPr>
            <a:r>
              <a:rPr lang="zh-CN" sz="1400" b="1" dirty="0">
                <a:solidFill>
                  <a:srgbClr val="FFFFFF"/>
                </a:solidFill>
                <a:latin typeface="MiSans Normal"/>
                <a:ea typeface="MiSans Normal"/>
              </a:rPr>
              <a:t>窗口关闭后成本翻倍</a:t>
            </a:r>
          </a:p>
        </p:txBody>
      </p:sp>
      <p:sp>
        <p:nvSpPr>
          <p:cNvPr id="16" name="Card2"/>
          <p:cNvSpPr/>
          <p:nvPr/>
        </p:nvSpPr>
        <p:spPr>
          <a:xfrm>
            <a:off x="2794000" y="1117600"/>
            <a:ext cx="2133600" cy="3810000"/>
          </a:xfrm>
          <a:prstGeom prst="roundRect">
            <a:avLst>
              <a:gd name="adj" fmla="val 5714"/>
            </a:avLst>
          </a:prstGeom>
          <a:solidFill>
            <a:srgbClr val="1B3275"/>
          </a:solidFill>
          <a:ln w="6350">
            <a:solidFill>
              <a:srgbClr val="1B327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Pill2"/>
          <p:cNvSpPr/>
          <p:nvPr/>
        </p:nvSpPr>
        <p:spPr>
          <a:xfrm>
            <a:off x="3098800" y="1244600"/>
            <a:ext cx="1524000" cy="279400"/>
          </a:xfrm>
          <a:prstGeom prst="roundRect">
            <a:avLst>
              <a:gd name="adj" fmla="val 50000"/>
            </a:avLst>
          </a:prstGeom>
          <a:solidFill>
            <a:srgbClr val="0F2060"/>
          </a:solidFill>
          <a:ln>
            <a:noFill/>
          </a:ln>
        </p:spPr>
        <p:txBody>
          <a:bodyPr wrap="square" lIns="36000" tIns="0" rIns="36000" bIns="0" anchor="ctr"/>
          <a:lstStyle/>
          <a:p>
            <a:pPr algn="ctr">
              <a:buNone/>
            </a:pPr>
            <a:r>
              <a:rPr lang="zh-CN" sz="1400" b="1" dirty="0">
                <a:solidFill>
                  <a:srgbClr val="FFFFFF"/>
                </a:solidFill>
                <a:latin typeface="MiSans Normal"/>
                <a:ea typeface="MiSans Normal"/>
              </a:rPr>
              <a:t>2026年1月</a:t>
            </a:r>
          </a:p>
        </p:txBody>
      </p:sp>
      <p:sp>
        <p:nvSpPr>
          <p:cNvPr id="18" name="Label2"/>
          <p:cNvSpPr/>
          <p:nvPr/>
        </p:nvSpPr>
        <p:spPr>
          <a:xfrm>
            <a:off x="2895600" y="1676400"/>
            <a:ext cx="1930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zh-CN" sz="1600" b="1" dirty="0">
                <a:solidFill>
                  <a:srgbClr val="FFFFFF"/>
                </a:solidFill>
                <a:latin typeface="MiSans Normal"/>
                <a:ea typeface="MiSans Normal"/>
              </a:rPr>
              <a:t>IFRS9合规</a:t>
            </a:r>
          </a:p>
        </p:txBody>
      </p:sp>
      <p:sp>
        <p:nvSpPr>
          <p:cNvPr id="19" name="Div2"/>
          <p:cNvSpPr/>
          <p:nvPr/>
        </p:nvSpPr>
        <p:spPr>
          <a:xfrm>
            <a:off x="3048000" y="2108200"/>
            <a:ext cx="1625600" cy="254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Head2"/>
          <p:cNvSpPr/>
          <p:nvPr/>
        </p:nvSpPr>
        <p:spPr>
          <a:xfrm>
            <a:off x="2921000" y="2235200"/>
            <a:ext cx="18796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zh-CN" sz="1400" dirty="0">
                <a:solidFill>
                  <a:srgbClr val="FFFFFF"/>
                </a:solidFill>
                <a:latin typeface="MiSans Normal"/>
                <a:ea typeface="MiSans Normal"/>
              </a:rPr>
              <a:t>中国版IFRS9 2026全面执行</a:t>
            </a:r>
          </a:p>
        </p:txBody>
      </p:sp>
      <p:sp>
        <p:nvSpPr>
          <p:cNvPr id="21" name="Cost2"/>
          <p:cNvSpPr/>
          <p:nvPr/>
        </p:nvSpPr>
        <p:spPr>
          <a:xfrm>
            <a:off x="2921000" y="3594100"/>
            <a:ext cx="1879600" cy="889000"/>
          </a:xfrm>
          <a:prstGeom prst="roundRect">
            <a:avLst>
              <a:gd name="adj" fmla="val 5714"/>
            </a:avLst>
          </a:prstGeom>
          <a:solidFill>
            <a:srgbClr val="1B3275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zh-CN" sz="1400" dirty="0">
                <a:solidFill>
                  <a:srgbClr val="FFFFFF"/>
                </a:solidFill>
                <a:latin typeface="MiSans Normal"/>
                <a:ea typeface="MiSans Normal"/>
              </a:rPr>
              <a:t>延迟代价</a:t>
            </a:r>
          </a:p>
          <a:p>
            <a:pPr algn="ctr">
              <a:buNone/>
            </a:pPr>
            <a:r>
              <a:rPr lang="zh-CN" sz="1400" b="1" dirty="0">
                <a:solidFill>
                  <a:srgbClr val="FFFFFF"/>
                </a:solidFill>
                <a:latin typeface="MiSans Normal"/>
                <a:ea typeface="MiSans Normal"/>
              </a:rPr>
              <a:t>无系统→P&amp;L波动不可控</a:t>
            </a:r>
          </a:p>
        </p:txBody>
      </p:sp>
      <p:sp>
        <p:nvSpPr>
          <p:cNvPr id="22" name="Card3"/>
          <p:cNvSpPr/>
          <p:nvPr/>
        </p:nvSpPr>
        <p:spPr>
          <a:xfrm>
            <a:off x="5029200" y="1117600"/>
            <a:ext cx="2133600" cy="3810000"/>
          </a:xfrm>
          <a:prstGeom prst="roundRect">
            <a:avLst>
              <a:gd name="adj" fmla="val 5714"/>
            </a:avLst>
          </a:prstGeom>
          <a:solidFill>
            <a:srgbClr val="1B3275"/>
          </a:solidFill>
          <a:ln w="6350">
            <a:solidFill>
              <a:srgbClr val="1B327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Pill3"/>
          <p:cNvSpPr/>
          <p:nvPr/>
        </p:nvSpPr>
        <p:spPr>
          <a:xfrm>
            <a:off x="5334000" y="1244600"/>
            <a:ext cx="1524000" cy="279400"/>
          </a:xfrm>
          <a:prstGeom prst="roundRect">
            <a:avLst>
              <a:gd name="adj" fmla="val 50000"/>
            </a:avLst>
          </a:prstGeom>
          <a:solidFill>
            <a:srgbClr val="0F2060"/>
          </a:solidFill>
          <a:ln>
            <a:noFill/>
          </a:ln>
        </p:spPr>
        <p:txBody>
          <a:bodyPr wrap="square" lIns="36000" tIns="0" rIns="36000" bIns="0" anchor="ctr"/>
          <a:lstStyle/>
          <a:p>
            <a:pPr algn="ctr">
              <a:buNone/>
            </a:pPr>
            <a:r>
              <a:rPr lang="zh-CN" sz="1400" b="1" dirty="0">
                <a:solidFill>
                  <a:srgbClr val="FFFFFF"/>
                </a:solidFill>
                <a:latin typeface="MiSans Normal"/>
                <a:ea typeface="MiSans Normal"/>
              </a:rPr>
              <a:t>持续扩大</a:t>
            </a:r>
          </a:p>
        </p:txBody>
      </p:sp>
      <p:sp>
        <p:nvSpPr>
          <p:cNvPr id="24" name="Label3"/>
          <p:cNvSpPr/>
          <p:nvPr/>
        </p:nvSpPr>
        <p:spPr>
          <a:xfrm>
            <a:off x="5130800" y="1676400"/>
            <a:ext cx="1930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zh-CN" sz="1600" b="1" dirty="0">
                <a:solidFill>
                  <a:srgbClr val="FFFFFF"/>
                </a:solidFill>
                <a:latin typeface="MiSans Normal"/>
                <a:ea typeface="MiSans Normal"/>
              </a:rPr>
              <a:t>竞争差距</a:t>
            </a:r>
          </a:p>
        </p:txBody>
      </p:sp>
      <p:sp>
        <p:nvSpPr>
          <p:cNvPr id="25" name="Div3"/>
          <p:cNvSpPr/>
          <p:nvPr/>
        </p:nvSpPr>
        <p:spPr>
          <a:xfrm>
            <a:off x="5283200" y="2108200"/>
            <a:ext cx="1625600" cy="254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Head3"/>
          <p:cNvSpPr/>
          <p:nvPr/>
        </p:nvSpPr>
        <p:spPr>
          <a:xfrm>
            <a:off x="5156200" y="2235200"/>
            <a:ext cx="18796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zh-CN" sz="1400" dirty="0">
                <a:solidFill>
                  <a:srgbClr val="FFFFFF"/>
                </a:solidFill>
                <a:latin typeface="MiSans Normal"/>
                <a:ea typeface="MiSans Normal"/>
              </a:rPr>
              <a:t>华泰/平安平台化进入深水区</a:t>
            </a:r>
          </a:p>
        </p:txBody>
      </p:sp>
      <p:sp>
        <p:nvSpPr>
          <p:cNvPr id="27" name="Cost3"/>
          <p:cNvSpPr/>
          <p:nvPr/>
        </p:nvSpPr>
        <p:spPr>
          <a:xfrm>
            <a:off x="5156200" y="3594100"/>
            <a:ext cx="1879600" cy="889000"/>
          </a:xfrm>
          <a:prstGeom prst="roundRect">
            <a:avLst>
              <a:gd name="adj" fmla="val 5714"/>
            </a:avLst>
          </a:prstGeom>
          <a:solidFill>
            <a:srgbClr val="1B3275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zh-CN" sz="1400" dirty="0">
                <a:solidFill>
                  <a:srgbClr val="FFFFFF"/>
                </a:solidFill>
                <a:latin typeface="MiSans Normal"/>
                <a:ea typeface="MiSans Normal"/>
              </a:rPr>
              <a:t>延迟代价</a:t>
            </a:r>
          </a:p>
          <a:p>
            <a:pPr algn="ctr">
              <a:buNone/>
            </a:pPr>
            <a:r>
              <a:rPr lang="zh-CN" sz="1400" b="1" dirty="0">
                <a:solidFill>
                  <a:srgbClr val="FFFFFF"/>
                </a:solidFill>
                <a:latin typeface="MiSans Normal"/>
                <a:ea typeface="MiSans Normal"/>
              </a:rPr>
              <a:t>差距从'可追赶'变为'代差'</a:t>
            </a:r>
          </a:p>
        </p:txBody>
      </p:sp>
      <p:sp>
        <p:nvSpPr>
          <p:cNvPr id="28" name="Card4"/>
          <p:cNvSpPr/>
          <p:nvPr/>
        </p:nvSpPr>
        <p:spPr>
          <a:xfrm>
            <a:off x="7264400" y="1117600"/>
            <a:ext cx="2133600" cy="3810000"/>
          </a:xfrm>
          <a:prstGeom prst="roundRect">
            <a:avLst>
              <a:gd name="adj" fmla="val 5714"/>
            </a:avLst>
          </a:prstGeom>
          <a:solidFill>
            <a:srgbClr val="1B3275"/>
          </a:solidFill>
          <a:ln w="6350">
            <a:solidFill>
              <a:srgbClr val="1B327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Pill4"/>
          <p:cNvSpPr/>
          <p:nvPr/>
        </p:nvSpPr>
        <p:spPr>
          <a:xfrm>
            <a:off x="7569200" y="1244600"/>
            <a:ext cx="1524000" cy="279400"/>
          </a:xfrm>
          <a:prstGeom prst="roundRect">
            <a:avLst>
              <a:gd name="adj" fmla="val 50000"/>
            </a:avLst>
          </a:prstGeom>
          <a:solidFill>
            <a:srgbClr val="0F2060"/>
          </a:solidFill>
          <a:ln>
            <a:noFill/>
          </a:ln>
        </p:spPr>
        <p:txBody>
          <a:bodyPr wrap="square" lIns="36000" tIns="0" rIns="36000" bIns="0" anchor="ctr"/>
          <a:lstStyle/>
          <a:p>
            <a:pPr algn="ctr">
              <a:buNone/>
            </a:pPr>
            <a:r>
              <a:rPr lang="zh-CN" sz="1400" b="1" dirty="0">
                <a:solidFill>
                  <a:srgbClr val="FFFFFF"/>
                </a:solidFill>
                <a:latin typeface="MiSans Normal"/>
                <a:ea typeface="MiSans Normal"/>
              </a:rPr>
              <a:t>每年</a:t>
            </a:r>
          </a:p>
        </p:txBody>
      </p:sp>
      <p:sp>
        <p:nvSpPr>
          <p:cNvPr id="30" name="Label4"/>
          <p:cNvSpPr/>
          <p:nvPr/>
        </p:nvSpPr>
        <p:spPr>
          <a:xfrm>
            <a:off x="7366000" y="1676400"/>
            <a:ext cx="1930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zh-CN" sz="1600" b="1" dirty="0">
                <a:solidFill>
                  <a:srgbClr val="FFFFFF"/>
                </a:solidFill>
                <a:latin typeface="MiSans Normal"/>
                <a:ea typeface="MiSans Normal"/>
              </a:rPr>
              <a:t>机会成本</a:t>
            </a:r>
          </a:p>
        </p:txBody>
      </p:sp>
      <p:sp>
        <p:nvSpPr>
          <p:cNvPr id="31" name="Div4"/>
          <p:cNvSpPr/>
          <p:nvPr/>
        </p:nvSpPr>
        <p:spPr>
          <a:xfrm>
            <a:off x="7518400" y="2108200"/>
            <a:ext cx="1625600" cy="254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Head4"/>
          <p:cNvSpPr/>
          <p:nvPr/>
        </p:nvSpPr>
        <p:spPr>
          <a:xfrm>
            <a:off x="7391400" y="2235200"/>
            <a:ext cx="18796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zh-CN" sz="1400" dirty="0">
                <a:solidFill>
                  <a:srgbClr val="FFFFFF"/>
                </a:solidFill>
                <a:latin typeface="MiSans Normal"/>
                <a:ea typeface="MiSans Normal"/>
              </a:rPr>
              <a:t>千亿规模每延迟1年≈1-2亿</a:t>
            </a:r>
          </a:p>
        </p:txBody>
      </p:sp>
      <p:sp>
        <p:nvSpPr>
          <p:cNvPr id="33" name="Cost4"/>
          <p:cNvSpPr/>
          <p:nvPr/>
        </p:nvSpPr>
        <p:spPr>
          <a:xfrm>
            <a:off x="7391400" y="3594100"/>
            <a:ext cx="1879600" cy="889000"/>
          </a:xfrm>
          <a:prstGeom prst="roundRect">
            <a:avLst>
              <a:gd name="adj" fmla="val 5714"/>
            </a:avLst>
          </a:prstGeom>
          <a:solidFill>
            <a:srgbClr val="1B3275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zh-CN" sz="1400" dirty="0">
                <a:solidFill>
                  <a:srgbClr val="FFFFFF"/>
                </a:solidFill>
                <a:latin typeface="MiSans Normal"/>
                <a:ea typeface="MiSans Normal"/>
              </a:rPr>
              <a:t>延迟代价</a:t>
            </a:r>
          </a:p>
          <a:p>
            <a:pPr algn="ctr">
              <a:buNone/>
            </a:pPr>
            <a:r>
              <a:rPr lang="zh-CN" sz="1400" b="1" dirty="0">
                <a:solidFill>
                  <a:srgbClr val="FFFFFF"/>
                </a:solidFill>
                <a:latin typeface="MiSans Normal"/>
                <a:ea typeface="MiSans Normal"/>
              </a:rPr>
              <a:t>3年不行动累计代价3.3-6亿</a:t>
            </a:r>
          </a:p>
        </p:txBody>
      </p:sp>
      <p:sp>
        <p:nvSpPr>
          <p:cNvPr id="34" name="Card5"/>
          <p:cNvSpPr/>
          <p:nvPr/>
        </p:nvSpPr>
        <p:spPr>
          <a:xfrm>
            <a:off x="9499600" y="1117600"/>
            <a:ext cx="2133600" cy="3810000"/>
          </a:xfrm>
          <a:prstGeom prst="roundRect">
            <a:avLst>
              <a:gd name="adj" fmla="val 5714"/>
            </a:avLst>
          </a:prstGeom>
          <a:solidFill>
            <a:srgbClr val="1B3275"/>
          </a:solidFill>
          <a:ln w="6350">
            <a:solidFill>
              <a:srgbClr val="1B327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Pill5"/>
          <p:cNvSpPr/>
          <p:nvPr/>
        </p:nvSpPr>
        <p:spPr>
          <a:xfrm>
            <a:off x="9804400" y="1244600"/>
            <a:ext cx="1524000" cy="279400"/>
          </a:xfrm>
          <a:prstGeom prst="roundRect">
            <a:avLst>
              <a:gd name="adj" fmla="val 50000"/>
            </a:avLst>
          </a:prstGeom>
          <a:solidFill>
            <a:srgbClr val="0F2060"/>
          </a:solidFill>
          <a:ln>
            <a:noFill/>
          </a:ln>
        </p:spPr>
        <p:txBody>
          <a:bodyPr wrap="square" lIns="36000" tIns="0" rIns="36000" bIns="0" anchor="ctr"/>
          <a:lstStyle/>
          <a:p>
            <a:pPr algn="ctr">
              <a:buNone/>
            </a:pPr>
            <a:r>
              <a:rPr lang="zh-CN" sz="1400" b="1" dirty="0">
                <a:solidFill>
                  <a:srgbClr val="FFFFFF"/>
                </a:solidFill>
                <a:latin typeface="MiSans Normal"/>
                <a:ea typeface="MiSans Normal"/>
              </a:rPr>
              <a:t>随机</a:t>
            </a:r>
          </a:p>
        </p:txBody>
      </p:sp>
      <p:sp>
        <p:nvSpPr>
          <p:cNvPr id="36" name="Label5"/>
          <p:cNvSpPr/>
          <p:nvPr/>
        </p:nvSpPr>
        <p:spPr>
          <a:xfrm>
            <a:off x="9601200" y="1676400"/>
            <a:ext cx="1930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zh-CN" sz="1600" b="1" dirty="0">
                <a:solidFill>
                  <a:srgbClr val="FFFFFF"/>
                </a:solidFill>
                <a:latin typeface="MiSans Normal"/>
                <a:ea typeface="MiSans Normal"/>
              </a:rPr>
              <a:t>极端事件</a:t>
            </a:r>
          </a:p>
        </p:txBody>
      </p:sp>
      <p:sp>
        <p:nvSpPr>
          <p:cNvPr id="37" name="Div5"/>
          <p:cNvSpPr/>
          <p:nvPr/>
        </p:nvSpPr>
        <p:spPr>
          <a:xfrm>
            <a:off x="9753600" y="2108200"/>
            <a:ext cx="1625600" cy="254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Head5"/>
          <p:cNvSpPr/>
          <p:nvPr/>
        </p:nvSpPr>
        <p:spPr>
          <a:xfrm>
            <a:off x="9626600" y="2235200"/>
            <a:ext cx="18796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zh-CN" sz="1400" dirty="0">
                <a:solidFill>
                  <a:srgbClr val="FFFFFF"/>
                </a:solidFill>
                <a:latin typeface="MiSans Normal"/>
                <a:ea typeface="MiSans Normal"/>
              </a:rPr>
              <a:t>924类事件平均5年一次</a:t>
            </a:r>
          </a:p>
        </p:txBody>
      </p:sp>
      <p:sp>
        <p:nvSpPr>
          <p:cNvPr id="39" name="Cost5"/>
          <p:cNvSpPr/>
          <p:nvPr/>
        </p:nvSpPr>
        <p:spPr>
          <a:xfrm>
            <a:off x="9626600" y="3594100"/>
            <a:ext cx="1879600" cy="889000"/>
          </a:xfrm>
          <a:prstGeom prst="roundRect">
            <a:avLst>
              <a:gd name="adj" fmla="val 5714"/>
            </a:avLst>
          </a:prstGeom>
          <a:solidFill>
            <a:srgbClr val="1B3275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zh-CN" sz="1400" dirty="0">
                <a:solidFill>
                  <a:srgbClr val="FFFFFF"/>
                </a:solidFill>
                <a:latin typeface="MiSans Normal"/>
                <a:ea typeface="MiSans Normal"/>
              </a:rPr>
              <a:t>延迟代价</a:t>
            </a:r>
          </a:p>
          <a:p>
            <a:pPr algn="ctr">
              <a:buNone/>
            </a:pPr>
            <a:r>
              <a:rPr lang="zh-CN" sz="1400" b="1" dirty="0">
                <a:solidFill>
                  <a:srgbClr val="FFFFFF"/>
                </a:solidFill>
                <a:latin typeface="MiSans Normal"/>
                <a:ea typeface="MiSans Normal"/>
              </a:rPr>
              <a:t>一次避损价值1-2亿</a:t>
            </a:r>
          </a:p>
        </p:txBody>
      </p:sp>
      <p:sp>
        <p:nvSpPr>
          <p:cNvPr id="40" name="Takeaway"/>
          <p:cNvSpPr/>
          <p:nvPr/>
        </p:nvSpPr>
        <p:spPr>
          <a:xfrm>
            <a:off x="558800" y="5054600"/>
            <a:ext cx="11074400" cy="711200"/>
          </a:xfrm>
          <a:prstGeom prst="roundRect">
            <a:avLst>
              <a:gd name="adj" fmla="val 5714"/>
            </a:avLst>
          </a:prstGeom>
          <a:solidFill>
            <a:srgbClr val="0F2060"/>
          </a:solidFill>
          <a:ln>
            <a:noFill/>
          </a:ln>
        </p:spPr>
        <p:txBody>
          <a:bodyPr wrap="square" lIns="108000" tIns="36000" rIns="108000" bIns="36000" anchor="ctr"/>
          <a:lstStyle/>
          <a:p>
            <a:pPr algn="l">
              <a:buNone/>
            </a:pPr>
            <a:r>
              <a:rPr lang="zh-CN" sz="1400" b="1" dirty="0">
                <a:solidFill>
                  <a:srgbClr val="FFFFFF"/>
                </a:solidFill>
                <a:latin typeface="MiSans Normal"/>
                <a:ea typeface="MiSans Normal"/>
              </a:rPr>
              <a:t>华锐独有：24个月追赶头部3-5年</a:t>
            </a:r>
            <a:r>
              <a:rPr lang="zh-CN" sz="1400" dirty="0">
                <a:solidFill>
                  <a:srgbClr val="FFFFFF"/>
                </a:solidFill>
                <a:latin typeface="MiSans Normal"/>
                <a:ea typeface="MiSans Normal"/>
              </a:rPr>
              <a:t xml:space="preserve">  |  华泰花了3年，平安花了4年——华锐方案让国元24个月达到同等水平</a:t>
            </a:r>
          </a:p>
        </p:txBody>
      </p:sp>
      <p:sp>
        <p:nvSpPr>
          <p:cNvPr id="41" name="Supp"/>
          <p:cNvSpPr/>
          <p:nvPr/>
        </p:nvSpPr>
        <p:spPr>
          <a:xfrm>
            <a:off x="558800" y="5842000"/>
            <a:ext cx="11074400" cy="50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t"/>
          <a:lstStyle/>
          <a:p>
            <a:pPr algn="l">
              <a:buNone/>
            </a:pPr>
            <a:r>
              <a:rPr lang="zh-CN" sz="1400" dirty="0">
                <a:solidFill>
                  <a:srgbClr val="888888"/>
                </a:solidFill>
                <a:latin typeface="MiSans Normal"/>
                <a:ea typeface="MiSans Normal"/>
              </a:rPr>
              <a:t>后发优势：站在华泰/平安踩过的坑上，直接跳到最佳实践  |  M6 Quick Win在6个月内即可让CEO看到全公司自营实时全貌</a:t>
            </a:r>
          </a:p>
        </p:txBody>
      </p:sp>
    </p:spTree>
    <p:extLst>
      <p:ext uri="{BB962C8B-B14F-4D97-AF65-F5344CB8AC3E}">
        <p14:creationId xmlns:p14="http://schemas.microsoft.com/office/powerpoint/2010/main" val="4270353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060"/>
                </a:solidFill>
                <a:latin typeface="MiSans Normal"/>
              </a:defRPr>
            </a:pPr>
            <a:r>
              <a:t>SECTION 3 — POMS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560320"/>
            <a:ext cx="4572000" cy="4572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Sans Normal"/>
              </a:defRPr>
            </a:pPr>
            <a:r>
              <a:t>华锐POMS：五大引擎 · 十七大核心模块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Sans Normal"/>
              </a:defRPr>
            </a:pPr>
            <a:r>
              <a:t>全资产组合管理 · 高性能计算 · 量化策略 · 实时风控 · 指令执行</a:t>
            </a:r>
          </a:p>
        </p:txBody>
      </p:sp>
    </p:spTree>
    <p:extLst>
      <p:ext uri="{BB962C8B-B14F-4D97-AF65-F5344CB8AC3E}">
        <p14:creationId xmlns:p14="http://schemas.microsoft.com/office/powerpoint/2010/main" val="30009593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Sans Normal"/>
              </a:defRPr>
            </a:pPr>
            <a:r>
              <a:t>POMS平台：五大引擎·四向集成·十七大核心模块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对接已建IBOR+行情中心+数据总线；构建投资业务智能层——中国版Mini-Aladdin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1024128"/>
            <a:ext cx="6675120" cy="502920"/>
          </a:xfrm>
          <a:prstGeom prst="rect">
            <a:avLst/>
          </a:prstGeom>
          <a:solidFill>
            <a:srgbClr val="0F2060"/>
          </a:solidFill>
          <a:ln w="12700">
            <a:solidFill>
              <a:srgbClr val="2B5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0" y="1051560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Sans Normal"/>
              </a:defRPr>
            </a:pPr>
            <a:r>
              <a:t xml:space="preserve">  ↑ 投资工作台（PM台 · 交易台 · 风控台 · 策略台 · 运营台）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828800"/>
            <a:ext cx="2286000" cy="2926080"/>
          </a:xfrm>
          <a:prstGeom prst="rect">
            <a:avLst/>
          </a:prstGeom>
          <a:solidFill>
            <a:srgbClr val="0F2060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87451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7DD8"/>
                </a:solidFill>
                <a:latin typeface="MiSans Normal"/>
              </a:defRPr>
            </a:pPr>
            <a:r>
              <a:t>← 投研系统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· 策略信号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· 研究数据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· 宏观因子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· 利差/基差分析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600200"/>
            <a:ext cx="6675120" cy="3383280"/>
          </a:xfrm>
          <a:prstGeom prst="rect">
            <a:avLst/>
          </a:prstGeom>
          <a:solidFill>
            <a:srgbClr val="0F2060"/>
          </a:solidFill>
          <a:ln w="12700">
            <a:solidFill>
              <a:srgbClr val="2B5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4640" y="1691640"/>
            <a:ext cx="6492240" cy="548640"/>
          </a:xfrm>
          <a:prstGeom prst="rect">
            <a:avLst/>
          </a:prstGeom>
          <a:solidFill>
            <a:srgbClr val="1A3A00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0" y="1783080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Sans Normal"/>
              </a:defRPr>
            </a:pPr>
            <a:r>
              <a:t>① 全资产组合管理引擎（配得优）— 本次深度介绍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2313432"/>
            <a:ext cx="6492240" cy="548640"/>
          </a:xfrm>
          <a:prstGeom prst="rect">
            <a:avLst/>
          </a:prstGeom>
          <a:solidFill>
            <a:srgbClr val="0F2060"/>
          </a:solidFill>
          <a:ln w="12700">
            <a:solidFill>
              <a:srgbClr val="2B5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26080" y="2404872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② 高性能计算引擎（算得快）— 定价/估值/风险计量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2935224"/>
            <a:ext cx="6492240" cy="548640"/>
          </a:xfrm>
          <a:prstGeom prst="rect">
            <a:avLst/>
          </a:prstGeom>
          <a:solidFill>
            <a:srgbClr val="0F2060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26080" y="3026664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③ 量化策略引擎（算得快+配得优）— 相对价值/多策略/回测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3557016"/>
            <a:ext cx="6492240" cy="548640"/>
          </a:xfrm>
          <a:prstGeom prst="rect">
            <a:avLst/>
          </a:prstGeom>
          <a:solidFill>
            <a:srgbClr val="0F2060"/>
          </a:solidFill>
          <a:ln w="12700">
            <a:solidFill>
              <a:srgbClr val="0F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26080" y="3648456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④ 事件驱动风控引擎（控得稳）— CEP/回撤/压力测试/合规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4178808"/>
            <a:ext cx="6492240" cy="548640"/>
          </a:xfrm>
          <a:prstGeom prst="rect">
            <a:avLst/>
          </a:prstGeom>
          <a:solidFill>
            <a:srgbClr val="0F2060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26080" y="4270248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⑤ 指令与执行管理引擎（连得通）— 指令→审批→执行→归因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0" y="1828800"/>
            <a:ext cx="2286000" cy="2926080"/>
          </a:xfrm>
          <a:prstGeom prst="rect">
            <a:avLst/>
          </a:prstGeom>
          <a:solidFill>
            <a:srgbClr val="0F2060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46920" y="1874519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7DD8"/>
                </a:solidFill>
                <a:latin typeface="MiSans Normal"/>
              </a:defRPr>
            </a:pPr>
            <a:r>
              <a:t>OEMS系统 →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· 交易执行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· 算法交易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· multi-leg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· 场内/场外/期货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5138928"/>
            <a:ext cx="6675120" cy="502920"/>
          </a:xfrm>
          <a:prstGeom prst="rect">
            <a:avLst/>
          </a:prstGeom>
          <a:solidFill>
            <a:srgbClr val="0F2060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43200" y="5166360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 xml:space="preserve">  ↓ IBOR 3.0 + 行情中心 + 数据总线（在建）  |  统一簿记 · 实时头寸 · 行情 · 数据总线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806440"/>
            <a:ext cx="11887200" cy="457200"/>
          </a:xfrm>
          <a:prstGeom prst="rect">
            <a:avLst/>
          </a:prstGeom>
          <a:solidFill>
            <a:srgbClr val="0F2060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589788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Sans Normal"/>
              </a:defRPr>
            </a:pPr>
            <a:r>
              <a:t>架构定位：POMS是业务智能层，不替代IBOR——IBOR=数据引擎，POMS=智慧驾驶层（Mini-Aladdin）</a:t>
            </a:r>
          </a:p>
        </p:txBody>
      </p:sp>
      <p:pic>
        <p:nvPicPr>
          <p:cNvPr id="26" name="Picture 25" descr="diagram_A_功能全景图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335" y="1188720"/>
            <a:ext cx="7016281" cy="475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5410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Sans Normal"/>
              </a:defRPr>
            </a:pPr>
            <a:r>
              <a:t>引擎①：全资产组合管理引擎——十大核心能力构成国元自营驾驶舱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配得优 — 这是国元最核心的需求，也是本次深度介绍的重点（13张详细展开）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2194560" cy="2057400"/>
          </a:xfrm>
          <a:prstGeom prst="rect">
            <a:avLst/>
          </a:prstGeom>
          <a:solidFill>
            <a:srgbClr val="0F2060"/>
          </a:solidFill>
          <a:ln w="12700">
            <a:solidFill>
              <a:srgbClr val="2B5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B5EC7"/>
                </a:solidFill>
                <a:latin typeface="MiSans Normal"/>
              </a:defRPr>
            </a:pPr>
            <a: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Sans Normal"/>
              </a:defRPr>
            </a:pPr>
            <a:r>
              <a:t>因子驱动</a:t>
            </a:r>
            <a:br/>
            <a:r>
              <a:t>组合构建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194560"/>
            <a:ext cx="1463040" cy="27432"/>
          </a:xfrm>
          <a:prstGeom prst="rect">
            <a:avLst/>
          </a:prstGeom>
          <a:solidFill>
            <a:srgbClr val="2B5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MiSans Normal"/>
              </a:defRPr>
            </a:pPr>
            <a:r>
              <a:t>2,200+风险因子</a:t>
            </a:r>
            <a:br/>
            <a:r>
              <a:t>SAA→TAA精准联动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1051560"/>
            <a:ext cx="2194560" cy="2057400"/>
          </a:xfrm>
          <a:prstGeom prst="rect">
            <a:avLst/>
          </a:prstGeom>
          <a:solidFill>
            <a:srgbClr val="0F2060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34640" y="10972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7DD8"/>
                </a:solidFill>
                <a:latin typeface="MiSans Normal"/>
              </a:defRPr>
            </a:pPr>
            <a: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5087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Sans Normal"/>
              </a:defRPr>
            </a:pPr>
            <a:r>
              <a:t>全资产统一</a:t>
            </a:r>
            <a:br/>
            <a:r>
              <a:t>持仓模型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54680" y="2194560"/>
            <a:ext cx="1463040" cy="27432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34640" y="2286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MiSans Normal"/>
              </a:defRPr>
            </a:pPr>
            <a:r>
              <a:t>8大类资产</a:t>
            </a:r>
            <a:br/>
            <a:r>
              <a:t>一屏管理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1051560"/>
            <a:ext cx="2194560" cy="2057400"/>
          </a:xfrm>
          <a:prstGeom prst="rect">
            <a:avLst/>
          </a:prstGeom>
          <a:solidFill>
            <a:srgbClr val="0F2060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66360" y="10972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Sans Normal"/>
              </a:defRPr>
            </a:pPr>
            <a: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15087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Sans Normal"/>
              </a:defRPr>
            </a:pPr>
            <a:r>
              <a:t>QP优化</a:t>
            </a:r>
            <a:br/>
            <a:r>
              <a:t>引擎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2194560"/>
            <a:ext cx="1463040" cy="27432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6360" y="2286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MiSans Normal"/>
              </a:defRPr>
            </a:pPr>
            <a:r>
              <a:t>500+约束</a:t>
            </a:r>
            <a:br/>
            <a:r>
              <a:t>毫秒级求解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52360" y="1051560"/>
            <a:ext cx="2194560" cy="2057400"/>
          </a:xfrm>
          <a:prstGeom prst="rect">
            <a:avLst/>
          </a:prstGeom>
          <a:solidFill>
            <a:srgbClr val="0F2060"/>
          </a:solidFill>
          <a:ln w="12700">
            <a:solidFill>
              <a:srgbClr val="2B5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80" y="10972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B5EC7"/>
                </a:solidFill>
                <a:latin typeface="MiSans Normal"/>
              </a:defRPr>
            </a:pPr>
            <a:r>
              <a:t>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15087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Sans Normal"/>
              </a:defRPr>
            </a:pPr>
            <a:r>
              <a:t>跨资产相关性</a:t>
            </a:r>
            <a:br/>
            <a:r>
              <a:t>+Shadow组合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18120" y="2194560"/>
            <a:ext cx="1463040" cy="27432"/>
          </a:xfrm>
          <a:prstGeom prst="rect">
            <a:avLst/>
          </a:prstGeom>
          <a:solidFill>
            <a:srgbClr val="2B5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80" y="2286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MiSans Normal"/>
              </a:defRPr>
            </a:pPr>
            <a:r>
              <a:t>100+虚拟组合</a:t>
            </a:r>
            <a:br/>
            <a:r>
              <a:t>并行试算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80" y="1051560"/>
            <a:ext cx="2194560" cy="2057400"/>
          </a:xfrm>
          <a:prstGeom prst="rect">
            <a:avLst/>
          </a:prstGeom>
          <a:solidFill>
            <a:srgbClr val="0F2060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29800" y="10972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7DD8"/>
                </a:solidFill>
                <a:latin typeface="MiSans Normal"/>
              </a:defRPr>
            </a:pPr>
            <a:r>
              <a:t>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15087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Sans Normal"/>
              </a:defRPr>
            </a:pPr>
            <a:r>
              <a:t>Campisi 2.0</a:t>
            </a:r>
            <a:br/>
            <a:r>
              <a:t>固收绩效归因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49840" y="2194560"/>
            <a:ext cx="1463040" cy="27432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829800" y="2286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MiSans Normal"/>
              </a:defRPr>
            </a:pPr>
            <a:r>
              <a:t>五大效应</a:t>
            </a:r>
            <a:br/>
            <a:r>
              <a:t>精确拆解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291840"/>
            <a:ext cx="2194560" cy="2057400"/>
          </a:xfrm>
          <a:prstGeom prst="rect">
            <a:avLst/>
          </a:prstGeom>
          <a:solidFill>
            <a:srgbClr val="0F2060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33375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Sans Normal"/>
              </a:defRPr>
            </a:pPr>
            <a:r>
              <a:t>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37490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Sans Normal"/>
              </a:defRPr>
            </a:pPr>
            <a:r>
              <a:t>Brinson模型</a:t>
            </a:r>
            <a:br/>
            <a:r>
              <a:t>权益/基金归因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4434840"/>
            <a:ext cx="1463040" cy="27432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45262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MiSans Normal"/>
              </a:defRPr>
            </a:pPr>
            <a:r>
              <a:t>配置+选券</a:t>
            </a:r>
            <a:br/>
            <a:r>
              <a:t>效应分解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88920" y="3291840"/>
            <a:ext cx="2194560" cy="2057400"/>
          </a:xfrm>
          <a:prstGeom prst="rect">
            <a:avLst/>
          </a:prstGeom>
          <a:solidFill>
            <a:srgbClr val="0F2060"/>
          </a:solidFill>
          <a:ln w="12700">
            <a:solidFill>
              <a:srgbClr val="0F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834640" y="33375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2060"/>
                </a:solidFill>
                <a:latin typeface="MiSans Normal"/>
              </a:defRPr>
            </a:pPr>
            <a:r>
              <a:t>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37490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Sans Normal"/>
              </a:defRPr>
            </a:pPr>
            <a:r>
              <a:t>因子风险分解</a:t>
            </a:r>
            <a:br/>
            <a:r>
              <a:t>+MCTR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54680" y="4434840"/>
            <a:ext cx="1463040" cy="27432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834640" y="45262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MiSans Normal"/>
              </a:defRPr>
            </a:pPr>
            <a:r>
              <a:t>风险预算</a:t>
            </a:r>
            <a:br/>
            <a:r>
              <a:t>精细分配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20640" y="3291840"/>
            <a:ext cx="2194560" cy="2057400"/>
          </a:xfrm>
          <a:prstGeom prst="rect">
            <a:avLst/>
          </a:prstGeom>
          <a:solidFill>
            <a:srgbClr val="0F2060"/>
          </a:solidFill>
          <a:ln w="12700">
            <a:solidFill>
              <a:srgbClr val="2B5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166360" y="33375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B5EC7"/>
                </a:solidFill>
                <a:latin typeface="MiSans Normal"/>
              </a:defRPr>
            </a:pPr>
            <a:r>
              <a:t>⑧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66360" y="37490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Sans Normal"/>
              </a:defRPr>
            </a:pPr>
            <a:r>
              <a:t>Component VaR</a:t>
            </a:r>
            <a:br/>
            <a:r>
              <a:t>主动风险归因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0" y="4434840"/>
            <a:ext cx="1463040" cy="27432"/>
          </a:xfrm>
          <a:prstGeom prst="rect">
            <a:avLst/>
          </a:prstGeom>
          <a:solidFill>
            <a:srgbClr val="2B5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166360" y="45262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MiSans Normal"/>
              </a:defRPr>
            </a:pPr>
            <a:r>
              <a:t>四层穿透</a:t>
            </a:r>
            <a:br/>
            <a:r>
              <a:t>逐仓风险溯源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52360" y="3291840"/>
            <a:ext cx="2194560" cy="2057400"/>
          </a:xfrm>
          <a:prstGeom prst="rect">
            <a:avLst/>
          </a:prstGeom>
          <a:solidFill>
            <a:srgbClr val="0F2060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498080" y="33375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7DD8"/>
                </a:solidFill>
                <a:latin typeface="MiSans Normal"/>
              </a:defRPr>
            </a:pPr>
            <a:r>
              <a:t>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80" y="37490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Sans Normal"/>
              </a:defRPr>
            </a:pPr>
            <a:r>
              <a:t>敏感度分析</a:t>
            </a:r>
            <a:br/>
            <a:r>
              <a:t>(DV01/CS01)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18120" y="4434840"/>
            <a:ext cx="1463040" cy="27432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498080" y="45262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MiSans Normal"/>
              </a:defRPr>
            </a:pPr>
            <a:r>
              <a:t>实时风险</a:t>
            </a:r>
            <a:br/>
            <a:r>
              <a:t>地图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784080" y="3291840"/>
            <a:ext cx="2194560" cy="2057400"/>
          </a:xfrm>
          <a:prstGeom prst="rect">
            <a:avLst/>
          </a:prstGeom>
          <a:solidFill>
            <a:srgbClr val="0F2060"/>
          </a:solidFill>
          <a:ln w="12700">
            <a:solidFill>
              <a:srgbClr val="0F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829800" y="33375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2060"/>
                </a:solidFill>
                <a:latin typeface="MiSans Normal"/>
              </a:defRPr>
            </a:pPr>
            <a:r>
              <a:t>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29800" y="37490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Sans Normal"/>
              </a:defRPr>
            </a:pPr>
            <a:r>
              <a:t>情景/压力测试</a:t>
            </a:r>
            <a:br/>
            <a:r>
              <a:t>流动性+衍生品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149840" y="4434840"/>
            <a:ext cx="1463040" cy="27432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829800" y="45262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MiSans Normal"/>
              </a:defRPr>
            </a:pPr>
            <a:r>
              <a:t>三层体系</a:t>
            </a:r>
            <a:br/>
            <a:r>
              <a:t>924类预案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5577840"/>
            <a:ext cx="11247120" cy="594360"/>
          </a:xfrm>
          <a:prstGeom prst="rect">
            <a:avLst/>
          </a:prstGeom>
          <a:solidFill>
            <a:srgbClr val="0F2060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0080" y="56692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Sans Normal"/>
              </a:defRPr>
            </a:pPr>
            <a:r>
              <a:t>Action Title：国元近千亿自营资金的核心挑战不是'该不该买债'，而是'如何在全资产中找到低波动、高确定性的最优配置'</a:t>
            </a:r>
          </a:p>
        </p:txBody>
      </p:sp>
    </p:spTree>
    <p:extLst>
      <p:ext uri="{BB962C8B-B14F-4D97-AF65-F5344CB8AC3E}">
        <p14:creationId xmlns:p14="http://schemas.microsoft.com/office/powerpoint/2010/main" val="4173549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Sans Normal"/>
              </a:defRPr>
            </a:pPr>
            <a:r>
              <a:t>4.4.1.1 因子驱动：用2,200+风险因子重构决策体系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传统'品种权重配置'无法解释组合真实风险来源——因子语言才能连接SAA战略与TAA执行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060"/>
                </a:solidFill>
                <a:latin typeface="MiSans Normal"/>
              </a:defRPr>
            </a:pPr>
            <a:r>
              <a:t>当前痛点 — 权重管理的三大盲区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89888"/>
          <a:ext cx="11247120" cy="1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0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盲区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典型场景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后果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看似分散，实则集中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债券60%/股票20%/黄金10%，但债券与黄金同向受利率驱动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以为分散，利率风险敞口实际超过80%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SAA战略无法落地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投委会定了'降低利率敏感度'，交易台不知如何量化执行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战略停留在PPT，执行靠经验判断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风险超限才发现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发现组合回撤超标时，无法快速定位是哪类风险因子导致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事后归因，无法事前防控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7432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7DD8"/>
                </a:solidFill>
                <a:latin typeface="MiSans Normal"/>
              </a:defRPr>
            </a:pPr>
            <a:r>
              <a:t>POMS方案 — 因子驱动的三层转变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154680"/>
            <a:ext cx="3566160" cy="2240280"/>
          </a:xfrm>
          <a:prstGeom prst="rect">
            <a:avLst/>
          </a:prstGeom>
          <a:solidFill>
            <a:srgbClr val="0F2060"/>
          </a:solidFill>
          <a:ln w="12700">
            <a:solidFill>
              <a:srgbClr val="2B5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321868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Sans Normal"/>
              </a:defRPr>
            </a:pPr>
            <a:r>
              <a:t>第一层：统一风险语言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47872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Sans Normal"/>
              </a:defRPr>
            </a:pPr>
            <a:endParaRPr/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全持仓分解为2,200+风险因子：利率(关键期限/久期/凸性/DV01) + 信用(DTS/评级/行业利差) + 权益(Beta/行业/风格) + 商品(黄金/原油)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跨资产敞口一目了然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39" y="3154680"/>
            <a:ext cx="3566160" cy="2240280"/>
          </a:xfrm>
          <a:prstGeom prst="rect">
            <a:avLst/>
          </a:prstGeom>
          <a:solidFill>
            <a:srgbClr val="0F2060"/>
          </a:solidFill>
          <a:ln w="12700">
            <a:solidFill>
              <a:srgbClr val="2B5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79" y="321868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Sans Normal"/>
              </a:defRPr>
            </a:pPr>
            <a:r>
              <a:t>第二层：SAA→TAA精准联动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79" y="3547872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Sans Normal"/>
              </a:defRPr>
            </a:pPr>
            <a:endParaRPr/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投委会指令'将利率风险预算从40%降至25%' → 直接转化为因子约束输入QP优化 → 系统自动计算调仓路径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战略决策→量化执行，消除理解偏差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8" y="3154680"/>
            <a:ext cx="3566160" cy="2240280"/>
          </a:xfrm>
          <a:prstGeom prst="rect">
            <a:avLst/>
          </a:prstGeom>
          <a:solidFill>
            <a:srgbClr val="0F2060"/>
          </a:solidFill>
          <a:ln w="12700">
            <a:solidFill>
              <a:srgbClr val="2B5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18" y="321868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Sans Normal"/>
              </a:defRPr>
            </a:pPr>
            <a:r>
              <a:t>第三层：持续监控与预警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8" y="3547872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Sans Normal"/>
              </a:defRPr>
            </a:pPr>
            <a:endParaRPr/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因子敞口实时监控，超限自动预警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每日因子贡献报告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动态风险预算：已用/剩余/预警线三档显示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532120"/>
            <a:ext cx="11247120" cy="658368"/>
          </a:xfrm>
          <a:prstGeom prst="rect">
            <a:avLst/>
          </a:prstGeom>
          <a:solidFill>
            <a:srgbClr val="0F2060"/>
          </a:solidFill>
          <a:ln w="12700">
            <a:solidFill>
              <a:srgbClr val="2B5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562356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5EC7"/>
                </a:solidFill>
                <a:latin typeface="MiSans Normal"/>
              </a:defRPr>
            </a:pPr>
            <a:r>
              <a:t>核心价值：决策变革——从传统'品种配置'转向'因子风险预算'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用2,200+因子语言统一SAA战略与TAA执行，确保低波动6%稳定收益目标的可持续性</a:t>
            </a:r>
          </a:p>
        </p:txBody>
      </p:sp>
    </p:spTree>
    <p:extLst>
      <p:ext uri="{BB962C8B-B14F-4D97-AF65-F5344CB8AC3E}">
        <p14:creationId xmlns:p14="http://schemas.microsoft.com/office/powerpoint/2010/main" val="2222600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Sans Normal"/>
              </a:defRPr>
            </a:pPr>
            <a:r>
              <a:t>4.4.1.2 全资产统一持仓模型——八类资产一屏管理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投资经理第一次在一个界面看到完整组合，不再需要打开3个系统才能拼出全貌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577840" cy="3474720"/>
          </a:xfrm>
          <a:prstGeom prst="rect">
            <a:avLst/>
          </a:prstGeom>
          <a:solidFill>
            <a:srgbClr val="0F2060"/>
          </a:solidFill>
          <a:ln w="12700">
            <a:solidFill>
              <a:srgbClr val="2B5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5EC7"/>
                </a:solidFill>
                <a:latin typeface="MiSans Normal"/>
              </a:defRPr>
            </a:pPr>
            <a:r>
              <a:t>8大资产类别全覆盖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利率债/信用债/可转债（含回购/质押）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A股/港股/ETF/场内基金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公募基金/私募基金/FOF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黄金（现货/期货/黄金ETF）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商品期货（能化/农产品/有色）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衍生品（国债期货/股指/期权/IRS）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非标资产（信托/ABS/永续债/优先股）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外汇（即期/远期/掉期）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617720"/>
            <a:ext cx="5577840" cy="1572768"/>
          </a:xfrm>
          <a:prstGeom prst="rect">
            <a:avLst/>
          </a:prstGeom>
          <a:solidFill>
            <a:srgbClr val="0F2060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46634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7DD8"/>
                </a:solidFill>
                <a:latin typeface="MiSans Normal"/>
              </a:defRPr>
            </a:pPr>
            <a:r>
              <a:t>多层组合树（穿透式管理）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公司层（全公司自营总览）→ 部门层（固收/权益/量化/综合）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→ 策略层（利率债/信用/相对价值策略）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→ 子组合层 → 投资经理层（个人持仓贡献）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72200" y="1024128"/>
          <a:ext cx="5577840" cy="20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0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分析维度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展示内容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频率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品种分布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各资产类别市值占比、盈亏贡献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实时Tick级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久期分布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组合加权久期、DV01、各期限桶敞口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实时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评级分布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AAA/AA+/AA/AA-各评级市值比例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日内刷新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行业分布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金融/城投/产业各行业集中度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日内刷新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集中度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单一发行人/单一券种/对手方敞口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实时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172200" y="3794760"/>
            <a:ext cx="5577840" cy="914400"/>
          </a:xfrm>
          <a:prstGeom prst="rect">
            <a:avLst/>
          </a:prstGeom>
          <a:solidFill>
            <a:srgbClr val="0F2060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38862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7DD8"/>
                </a:solidFill>
                <a:latin typeface="MiSans Normal"/>
              </a:defRPr>
            </a:pPr>
            <a:r>
              <a:t>真实组合 + Shadow Portfolio并行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真实组合：T+0实时，对接IBOR统一簿记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Shadow Portfolio：100+虚拟组合并行，下单前先试算后决定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4846320"/>
            <a:ext cx="5577840" cy="1344168"/>
          </a:xfrm>
          <a:prstGeom prst="rect">
            <a:avLst/>
          </a:prstGeom>
          <a:solidFill>
            <a:srgbClr val="0F2060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49377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Sans Normal"/>
              </a:defRPr>
            </a:pPr>
            <a:r>
              <a:t>核心价值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投资经理第一次在一个界面看到完整组合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不再有'看不见的风险'，不再有数据孤岛</a:t>
            </a:r>
          </a:p>
        </p:txBody>
      </p:sp>
    </p:spTree>
    <p:extLst>
      <p:ext uri="{BB962C8B-B14F-4D97-AF65-F5344CB8AC3E}">
        <p14:creationId xmlns:p14="http://schemas.microsoft.com/office/powerpoint/2010/main" val="19659647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Sans Normal"/>
              </a:defRPr>
            </a:pPr>
            <a:r>
              <a:t>4.4.1.3 QP优化引擎——再平衡从'拍脑袋'到'数学求解'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传统再平衡靠经验判断——POMS内置二次规划求解器，500+约束下毫秒级求解最优调仓路径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7132320" cy="3154680"/>
          </a:xfrm>
          <a:prstGeom prst="rect">
            <a:avLst/>
          </a:prstGeom>
          <a:solidFill>
            <a:srgbClr val="0F2060"/>
          </a:solidFill>
          <a:ln w="12700">
            <a:solidFill>
              <a:srgbClr val="2B5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5EC7"/>
                </a:solidFill>
                <a:latin typeface="MiSans Normal"/>
              </a:defRPr>
            </a:pPr>
            <a:r>
              <a:t>优化引擎技术规格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 xml:space="preserve">  目标函数：Minimize(w₁×跟踪误差 + w₂×交易成本 + w₃×融资成本 + w₄×IFRS9波动)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 xml:space="preserve">  ① 合规约束：单券集中度上限 / 行业限额 / 评级准入 / 净资本占用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 xml:space="preserve">  ② 风险预算：因子敞口上下限 / VaR上限 / DV01 / CS01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 xml:space="preserve">  ③ 流动性约束：单日可变现量 / 市场冲击成本上限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 xml:space="preserve">  ④ IFRS9约束：FVTPL账户波动限制 / OCI账户再分类触发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 xml:space="preserve">  求解能力：2,000+持仓规模 · 毫秒级求解 · 支持整数规划（面值取整）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 xml:space="preserve">  多期优化：考虑未来现金流和到期券 · 每日滚动自动更新</a:t>
            </a:r>
          </a:p>
        </p:txBody>
      </p:sp>
      <p:sp>
        <p:nvSpPr>
          <p:cNvPr id="7" name="Rectangle 6"/>
          <p:cNvSpPr/>
          <p:nvPr/>
        </p:nvSpPr>
        <p:spPr>
          <a:xfrm>
            <a:off x="7726679" y="1024128"/>
            <a:ext cx="4023360" cy="3154680"/>
          </a:xfrm>
          <a:prstGeom prst="rect">
            <a:avLst/>
          </a:prstGeom>
          <a:solidFill>
            <a:srgbClr val="0F2060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18120" y="107899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Sans Normal"/>
              </a:defRPr>
            </a:pPr>
            <a:r>
              <a:t>再平衡工作流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触发方式：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① 定时：每日收盘/每周一/月初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② 事件：敞口超限/行情剧变/SAA更新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③ 手动：投资经理主动发起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输出结果：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• 推荐调仓清单（优先级排序）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• 预期效果对比（调仓前后）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• Top5/Top10笔效果分析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• 一键生成交易指令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297680"/>
            <a:ext cx="2651760" cy="777240"/>
          </a:xfrm>
          <a:prstGeom prst="rect">
            <a:avLst/>
          </a:prstGeom>
          <a:solidFill>
            <a:srgbClr val="0F2060"/>
          </a:solidFill>
          <a:ln w="12700">
            <a:solidFill>
              <a:srgbClr val="2B5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435254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B5EC7"/>
                </a:solidFill>
                <a:latin typeface="MiSans Normal"/>
              </a:defRPr>
            </a:pPr>
            <a:r>
              <a:t>2-3h → 15min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09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再平衡时间（人工→系统）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4297680"/>
            <a:ext cx="2651760" cy="777240"/>
          </a:xfrm>
          <a:prstGeom prst="rect">
            <a:avLst/>
          </a:prstGeom>
          <a:solidFill>
            <a:srgbClr val="0F2060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83280" y="435254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7DD8"/>
                </a:solidFill>
                <a:latin typeface="MiSans Normal"/>
              </a:defRPr>
            </a:pPr>
            <a:r>
              <a:t>5-10bp/次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709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交易摩擦节省（最优路径）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4297680"/>
            <a:ext cx="2651760" cy="777240"/>
          </a:xfrm>
          <a:prstGeom prst="rect">
            <a:avLst/>
          </a:prstGeom>
          <a:solidFill>
            <a:srgbClr val="0F2060"/>
          </a:solidFill>
          <a:ln w="12700">
            <a:solidFill>
              <a:srgbClr val="0F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435254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2060"/>
                </a:solidFill>
                <a:latin typeface="MiSans Normal"/>
              </a:defRPr>
            </a:pPr>
            <a:r>
              <a:t>0次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709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合规违规（事前约束）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4297680"/>
            <a:ext cx="2651760" cy="777240"/>
          </a:xfrm>
          <a:prstGeom prst="rect">
            <a:avLst/>
          </a:prstGeom>
          <a:solidFill>
            <a:srgbClr val="0F2060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52560" y="435254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Sans Normal"/>
              </a:defRPr>
            </a:pPr>
            <a:r>
              <a:t>500+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4709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同时生效约束条件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66360"/>
            <a:ext cx="11247120" cy="658368"/>
          </a:xfrm>
          <a:prstGeom prst="rect">
            <a:avLst/>
          </a:prstGeom>
          <a:solidFill>
            <a:srgbClr val="0F2060"/>
          </a:solidFill>
          <a:ln w="12700">
            <a:solidFill>
              <a:srgbClr val="0F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52578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060"/>
                </a:solidFill>
                <a:latin typeface="MiSans Normal"/>
              </a:defRPr>
            </a:pPr>
            <a:r>
              <a:t>核心价值：量化价值明确——再平衡效率提升让跟踪误差减少5-10bps，千亿AUM下每年节省2000-3000万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合规违规率从事后发现→事前约束归零；交易员决策时间从2-3小时压缩到15分钟确认</a:t>
            </a:r>
          </a:p>
        </p:txBody>
      </p:sp>
    </p:spTree>
    <p:extLst>
      <p:ext uri="{BB962C8B-B14F-4D97-AF65-F5344CB8AC3E}">
        <p14:creationId xmlns:p14="http://schemas.microsoft.com/office/powerpoint/2010/main" val="32499194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Sans Normal"/>
              </a:defRPr>
            </a:pPr>
            <a:r>
              <a:t>4.4.1.4 跨资产相关性分析 + Shadow Portfolio虚拟试算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实时相关性矩阵消除'假分散'陷阱 · Shadow Portfolio让调仓'看见结果再行动'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577840" cy="3566160"/>
          </a:xfrm>
          <a:prstGeom prst="rect">
            <a:avLst/>
          </a:prstGeom>
          <a:solidFill>
            <a:srgbClr val="0F2060"/>
          </a:solidFill>
          <a:ln w="12700">
            <a:solidFill>
              <a:srgbClr val="2B5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5EC7"/>
                </a:solidFill>
                <a:latin typeface="MiSans Normal"/>
              </a:defRPr>
            </a:pPr>
            <a:r>
              <a:t>跨资产相关性分析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相关性矩阵：覆盖全持仓（股/债/商品/衍生品/基金）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多时间窗口：20日/60日/252日滚动相关性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历史相关性 vs 压力情景相关性（极端市场中相关性骤升）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动态相关性漂移监控：超过阈值自动预警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相关性热力图：识别'假分散'资产（名义不同但高相关）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分散化比率(Diversification Ratio)：量化分散化程度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低相关资产推荐：约束条件下推荐候选资产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24128"/>
            <a:ext cx="5577840" cy="3566160"/>
          </a:xfrm>
          <a:prstGeom prst="rect">
            <a:avLst/>
          </a:prstGeom>
          <a:solidFill>
            <a:srgbClr val="0F2060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63640" y="107899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Sans Normal"/>
              </a:defRPr>
            </a:pPr>
            <a:r>
              <a:t>Shadow Portfolio虚拟试算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100+虚拟组合并行运行，与真实组合同步计算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试算维度：增减仓/换仓/加杠杆/新资产类别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即时显示：风险指标/归因/相关性变化/预期收益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对比视图：试算 vs 当前 所有指标差异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典型问题（秒级给答案）：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 xml:space="preserve">  '把5亿利率债换成黄金ETF → Sharpe多少？'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 xml:space="preserve">  '叠加100亿国债期货空头 → 久期如何变化？'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 xml:space="preserve">  '信用债从20%降到10% → 极端损失减少多少？'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709160"/>
            <a:ext cx="11247120" cy="1024128"/>
          </a:xfrm>
          <a:prstGeom prst="rect">
            <a:avLst/>
          </a:prstGeom>
          <a:solidFill>
            <a:srgbClr val="0F2060"/>
          </a:solidFill>
          <a:ln w="12700">
            <a:solidFill>
              <a:srgbClr val="0F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48006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060"/>
                </a:solidFill>
                <a:latin typeface="MiSans Normal"/>
              </a:defRPr>
            </a:pPr>
            <a:r>
              <a:t>核心价值：'假分散'陷阱 + 决策可视化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实时相关性监控：防止'看似分散、实则集中'的配置错误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Shadow Portfolio：调仓决策从'大概猜测'变成'看见结果再行动'——每个调仓决策都有数据依据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投资价值：优化配置潜在收益2000-5000万/年（千亿AUM，Sharpe Ratio提升0.2-0.4）</a:t>
            </a:r>
          </a:p>
        </p:txBody>
      </p:sp>
    </p:spTree>
    <p:extLst>
      <p:ext uri="{BB962C8B-B14F-4D97-AF65-F5344CB8AC3E}">
        <p14:creationId xmlns:p14="http://schemas.microsoft.com/office/powerpoint/2010/main" val="37967484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Sans Normal"/>
              </a:defRPr>
            </a:pPr>
            <a:r>
              <a:t>4.4.1.5 Campisi 2.0——固定收益绩效归因深度拆解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债券组合收益'从哪里来'不再是黑箱——五大效应精确拆解让Alpha有据可查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47120" cy="3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归因效应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计算公式/逻辑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实战示例(本月bp)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① 收入效应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持有期间票息收入 + 摊销 = '不做任何决策的基础收益'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+18.5bp（符合预期）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② 国债效应-平移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-Modified Duration × ΔYield(parallel shift)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-12.3bp（利率上行拖累）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② 国债效应-斜率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各期限桶Key Rate Duration × 斜率变化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+3.2bp（短端下行收益）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② 国债效应-曲率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凸性调整 + 曲率Key Rate Duration × 曲率变化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含于斜率效应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③ 利差效应-DTS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Duration Times Spread变化 × 持仓DTS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+6.8bp（信用利差收窄）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③ 行业配置效应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超/低配某行业相对基准的贡献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+2.1bp（超配城投正确）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③ 个券选择效应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个券利差变动超出行业平均的部分（真实Alpha）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+4.7bp（选券Alpha）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④ 交易效应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实际交易时机带来的超额收益或损耗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-1.2bp（换手时机略有损耗）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⑤ 残差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实际收益 - 上述各项（通常&lt;5bp，过大表明模型需检查）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+0.0bp（完美匹配）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11247120" cy="1207008"/>
          </a:xfrm>
          <a:prstGeom prst="rect">
            <a:avLst/>
          </a:prstGeom>
          <a:solidFill>
            <a:srgbClr val="0F2060"/>
          </a:solidFill>
          <a:ln w="12700">
            <a:solidFill>
              <a:srgbClr val="0F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46634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060"/>
                </a:solidFill>
                <a:latin typeface="MiSans Normal"/>
              </a:defRPr>
            </a:pPr>
            <a:r>
              <a:t>核心价值：绩效考核从主观印象变成数据说话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投资经理第一次清楚知道：'这个月的超额收益，有多少是运气（市场给的收入效应），有多少是真本事（选券Alpha）'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超额收益分解：利率判断能力（平移+斜率效应）+ 信用配置能力（DTS+行业）+ 选券能力（个券Alpha）+ 交易能力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投委会可以用数据决定资源分配——哪个策略/PM值得更多资金？</a:t>
            </a:r>
          </a:p>
        </p:txBody>
      </p:sp>
    </p:spTree>
    <p:extLst>
      <p:ext uri="{BB962C8B-B14F-4D97-AF65-F5344CB8AC3E}">
        <p14:creationId xmlns:p14="http://schemas.microsoft.com/office/powerpoint/2010/main" val="15957936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Sans Normal"/>
              </a:defRPr>
            </a:pPr>
            <a:r>
              <a:t>4.4.1.6 Brinson模型——权益与基金绩效归因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超额收益来自'配了什么'还是'选了什么'——Brinson精确拆分配置效应与选择效应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3566160" cy="2468880"/>
          </a:xfrm>
          <a:prstGeom prst="rect">
            <a:avLst/>
          </a:prstGeom>
          <a:solidFill>
            <a:srgbClr val="0F2060"/>
          </a:solidFill>
          <a:ln w="12700">
            <a:solidFill>
              <a:srgbClr val="2B5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5EC7"/>
                </a:solidFill>
                <a:latin typeface="MiSans Normal"/>
              </a:defRPr>
            </a:pPr>
            <a:r>
              <a:t>第一层：大类资产配置效应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MiSans Normal"/>
              </a:defRPr>
            </a:pPr>
            <a:r>
              <a:t>公式：(组合权重 - 基准权重) × (基准资产收益 - 基准总收益)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29968"/>
            <a:ext cx="3017520" cy="27432"/>
          </a:xfrm>
          <a:prstGeom prst="rect">
            <a:avLst/>
          </a:prstGeom>
          <a:solidFill>
            <a:srgbClr val="2B5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12140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超配黄金10%，黄金当月+5% vs 基准+2%</a:t>
            </a:r>
            <a:br/>
            <a:r>
              <a:t>→ 配置贡献：+0.3%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39" y="1024128"/>
            <a:ext cx="3566160" cy="2468880"/>
          </a:xfrm>
          <a:prstGeom prst="rect">
            <a:avLst/>
          </a:prstGeom>
          <a:solidFill>
            <a:srgbClr val="0F2060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79" y="107899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7DD8"/>
                </a:solidFill>
                <a:latin typeface="MiSans Normal"/>
              </a:defRPr>
            </a:pPr>
            <a:r>
              <a:t>第二层：个券/个基选择效应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79" y="1508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MiSans Normal"/>
              </a:defRPr>
            </a:pPr>
            <a:r>
              <a:t>公式：基准权重 × (组合资产收益 - 基准资产收益)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59" y="2029968"/>
            <a:ext cx="3017520" cy="27432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79" y="212140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权益仓位内，选的股票+8% vs 沪深300 +5%</a:t>
            </a:r>
            <a:br/>
            <a:r>
              <a:t>→ 选择贡献：+0.15%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8" y="1024128"/>
            <a:ext cx="3566160" cy="2468880"/>
          </a:xfrm>
          <a:prstGeom prst="rect">
            <a:avLst/>
          </a:prstGeom>
          <a:solidFill>
            <a:srgbClr val="0F2060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18" y="107899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Sans Normal"/>
              </a:defRPr>
            </a:pPr>
            <a:r>
              <a:t>第三层：交互效应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8" y="1508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MiSans Normal"/>
              </a:defRPr>
            </a:pPr>
            <a:r>
              <a:t>公式：(组合权重-基准权重) × (组合资产收益-基准资产收益)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598" y="2029968"/>
            <a:ext cx="3017520" cy="27432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18" y="212140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超配了且选得好的综合效应</a:t>
            </a:r>
            <a:br/>
            <a:r>
              <a:t>（或超配了但选得差的叠加损耗）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11880"/>
            <a:ext cx="11247120" cy="1188720"/>
          </a:xfrm>
          <a:prstGeom prst="rect">
            <a:avLst/>
          </a:prstGeom>
          <a:solidFill>
            <a:srgbClr val="0F2060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675887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7DD8"/>
                </a:solidFill>
                <a:latin typeface="MiSans Normal"/>
              </a:defRPr>
            </a:pPr>
            <a:r>
              <a:t>穿透分析能力 + 投资能力量化评估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多层穿透：大类→行业→子行业→个股/个基 | 基金FOF穿透：穿透底层持仓看真实行业/风格暴露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季度报告：配置能力 +Xbp | 选券能力 +Ybp | 择时能力 +Zbp | 连续12月滚动识别稳定性vs运气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投资经理排名（同部门横向对比，激励机制数据支撑）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937760"/>
            <a:ext cx="11247120" cy="804672"/>
          </a:xfrm>
          <a:prstGeom prst="rect">
            <a:avLst/>
          </a:prstGeom>
          <a:solidFill>
            <a:srgbClr val="0F2060"/>
          </a:solidFill>
          <a:ln w="12700">
            <a:solidFill>
              <a:srgbClr val="0F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50292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060"/>
                </a:solidFill>
                <a:latin typeface="MiSans Normal"/>
              </a:defRPr>
            </a:pPr>
            <a:r>
              <a:t>核心价值：基金经理/投资经理的真实投资能力第一次可以被量化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绩效考核不再靠'感觉'——投委会用数据决定资源分配，哪个PM值得更多风险预算</a:t>
            </a:r>
          </a:p>
        </p:txBody>
      </p:sp>
    </p:spTree>
    <p:extLst>
      <p:ext uri="{BB962C8B-B14F-4D97-AF65-F5344CB8AC3E}">
        <p14:creationId xmlns:p14="http://schemas.microsoft.com/office/powerpoint/2010/main" val="32121981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Sans Normal"/>
              </a:defRPr>
            </a:pPr>
            <a:r>
              <a:t>4.4.1.7 因子风险分解 + 边际风险贡献MCTR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从'知道组合VaR是多少'升级到'知道每一笔持仓消耗了多少风险预算'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577840" cy="3657600"/>
          </a:xfrm>
          <a:prstGeom prst="rect">
            <a:avLst/>
          </a:prstGeom>
          <a:solidFill>
            <a:srgbClr val="0F2060"/>
          </a:solidFill>
          <a:ln w="12700">
            <a:solidFill>
              <a:srgbClr val="2B5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5EC7"/>
                </a:solidFill>
                <a:latin typeface="MiSans Normal"/>
              </a:defRPr>
            </a:pPr>
            <a:r>
              <a:t>因子风险分解（全组合维度）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① 利率风险：DV01敞口 × 利率波动率 → 贡献XX%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888888"/>
                </a:solidFill>
                <a:latin typeface="MiSans Normal"/>
              </a:defRPr>
            </a:pPr>
            <a:r>
              <a:t xml:space="preserve">   细分：短端(1Y内)/中端(1-5Y)/长端(5Y+)/超长端(10Y+)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② 信用风险：CS01敞口 × 信用利差波动 → 贡献XX%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888888"/>
                </a:solidFill>
                <a:latin typeface="MiSans Normal"/>
              </a:defRPr>
            </a:pPr>
            <a:r>
              <a:t xml:space="preserve">   细分：AAA/AA+/AA城投/产业/金融各评级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③ 权益风险：Beta敞口 × 股市波动 → 贡献XX%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888888"/>
                </a:solidFill>
                <a:latin typeface="MiSans Normal"/>
              </a:defRPr>
            </a:pPr>
            <a:r>
              <a:t xml:space="preserve">   细分：大盘/小盘/价值/成长风格因子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④ 商品风险：黄金/原油/有色价格敏感度 → 贡献XX%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特异性风险：个券/个股集中度风险（过高→需分散）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输出：风险饼图 · 预算仪表盘（已用/剩余/预警线）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24128"/>
            <a:ext cx="5577840" cy="3657600"/>
          </a:xfrm>
          <a:prstGeom prst="rect">
            <a:avLst/>
          </a:prstGeom>
          <a:solidFill>
            <a:srgbClr val="0F2060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63640" y="107899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Sans Normal"/>
              </a:defRPr>
            </a:pPr>
            <a:r>
              <a:t>边际风险贡献 MCTR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MCTR_i = ∂(组合波动率) / ∂(持仓_i的权重)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即：增加1%该持仓，组合总风险增加多少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应用价值：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① 风险消耗排名：找出哪10个持仓消耗了60%风险预算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② 减仓优先级：需降风险时，先减MCTR最高的持仓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③ 加仓引导：优先选MCTR为负的品种（降低组合风险）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④ QP优化输入：作为约束条件实现风险预算最优分配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实时仪表盘示例：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 xml:space="preserve">  #1 XX城投2030：MCTR 18.3bp → 12.1% ⚠️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 xml:space="preserve">  #2 XX转债：MCTR 12.7bp → 8.4% 正常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 xml:space="preserve">  #3 XX股票：MCTR -3.2bp → -2.1% ✅分散化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800600"/>
            <a:ext cx="11247120" cy="932688"/>
          </a:xfrm>
          <a:prstGeom prst="rect">
            <a:avLst/>
          </a:prstGeom>
          <a:solidFill>
            <a:srgbClr val="0F2060"/>
          </a:solidFill>
          <a:ln w="12700">
            <a:solidFill>
              <a:srgbClr val="0F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060"/>
                </a:solidFill>
                <a:latin typeface="MiSans Normal"/>
              </a:defRPr>
            </a:pPr>
            <a:r>
              <a:t>核心价值：风险预算分配从粗放走向精细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风险管理升级：'知道组合VaR' → '知道每笔持仓消耗了多少风险预算'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操作价值：需要降风险时，精确知道减哪些持仓效率最大；加仓时知道哪些品种不消耗额外风险预算</a:t>
            </a:r>
          </a:p>
        </p:txBody>
      </p:sp>
    </p:spTree>
    <p:extLst>
      <p:ext uri="{BB962C8B-B14F-4D97-AF65-F5344CB8AC3E}">
        <p14:creationId xmlns:p14="http://schemas.microsoft.com/office/powerpoint/2010/main" val="8890319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Sans Normal"/>
              </a:defRPr>
            </a:pPr>
            <a:r>
              <a:t>4.4.1.8 Component VaR + 主动风险归因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从'组合整体有多大风险'到'每一个持仓/行业/发行人对VaR的贡献是多少'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47120" cy="17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层级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穿透维度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分析内容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管理价值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第一层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资产类别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债券VaR/权益VaR/商品VaR + 各类之间分散化节省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了解风险来自哪个大类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第二层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行业/子市场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城投/金融债/产业债/TMT/消费各行业VaR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识别行业集中度风险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第三层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评级/信用质量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AAA/AA+/AA各评级VaR占比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信用风险精细管控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第四层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单一发行人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发行人A: Component VaR → 超集中度预警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单一发行人风险阻止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3657600"/>
            <a:ext cx="3566160" cy="1234440"/>
          </a:xfrm>
          <a:prstGeom prst="rect">
            <a:avLst/>
          </a:prstGeom>
          <a:solidFill>
            <a:srgbClr val="0F2060"/>
          </a:solidFill>
          <a:ln w="12700">
            <a:solidFill>
              <a:srgbClr val="2B5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37216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B5EC7"/>
                </a:solidFill>
                <a:latin typeface="MiSans Normal"/>
              </a:defRPr>
            </a:pPr>
            <a:r>
              <a:t>历史模拟法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500+日历史数据</a:t>
            </a:r>
            <a:br/>
            <a:r>
              <a:t>99%置信度</a:t>
            </a:r>
            <a:br/>
            <a:r>
              <a:t>线性风险精确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39" y="3657600"/>
            <a:ext cx="3566160" cy="1234440"/>
          </a:xfrm>
          <a:prstGeom prst="rect">
            <a:avLst/>
          </a:prstGeom>
          <a:solidFill>
            <a:srgbClr val="0F2060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97679" y="37216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Sans Normal"/>
              </a:defRPr>
            </a:pPr>
            <a:r>
              <a:t>Monte Carlo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79" y="41148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10,000次模拟</a:t>
            </a:r>
            <a:br/>
            <a:r>
              <a:t>捕获非线性风险</a:t>
            </a:r>
            <a:br/>
            <a:r>
              <a:t>期权/结构化产品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8" y="3657600"/>
            <a:ext cx="3566160" cy="1234440"/>
          </a:xfrm>
          <a:prstGeom prst="rect">
            <a:avLst/>
          </a:prstGeom>
          <a:solidFill>
            <a:srgbClr val="0F2060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18" y="37216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7DD8"/>
                </a:solidFill>
                <a:latin typeface="MiSans Normal"/>
              </a:defRPr>
            </a:pPr>
            <a:r>
              <a:t>参数法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8" y="41148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解析解</a:t>
            </a:r>
            <a:br/>
            <a:r>
              <a:t>毫秒级输出</a:t>
            </a:r>
            <a:br/>
            <a:r>
              <a:t>实时监控适用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5604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MiSans Normal"/>
              </a:defRPr>
            </a:pPr>
            <a:r>
              <a:t>三种方法互为验证，差异超过阈值自动预警；跟踪误差分解：配置效应TE + 选券效应TE，信息比率(IR)持续监控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285232"/>
            <a:ext cx="11247120" cy="521207"/>
          </a:xfrm>
          <a:prstGeom prst="rect">
            <a:avLst/>
          </a:prstGeom>
          <a:solidFill>
            <a:srgbClr val="0F2060"/>
          </a:solidFill>
          <a:ln w="12700">
            <a:solidFill>
              <a:srgbClr val="0F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5376672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060"/>
                </a:solidFill>
                <a:latin typeface="MiSans Normal"/>
              </a:defRPr>
            </a:pPr>
            <a:r>
              <a:t>核心价值：风险管理精细化到可操作层面——每个发行人的Component VaR超限即预警，立刻知道减哪个</a:t>
            </a:r>
          </a:p>
        </p:txBody>
      </p:sp>
    </p:spTree>
    <p:extLst>
      <p:ext uri="{BB962C8B-B14F-4D97-AF65-F5344CB8AC3E}">
        <p14:creationId xmlns:p14="http://schemas.microsoft.com/office/powerpoint/2010/main" val="4283949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Sans Normal"/>
              </a:defRPr>
            </a:pPr>
            <a:r>
              <a:t>4.4.1.9 敏感度分析——实时风险地图，预判市场波动影响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市场利率明天上行10bp，组合会亏多少？——敏感度分析实时回答，让投资经理提前看清风险地图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577840" cy="3749039"/>
          </a:xfrm>
          <a:prstGeom prst="rect">
            <a:avLst/>
          </a:prstGeom>
          <a:solidFill>
            <a:srgbClr val="0F2060"/>
          </a:solidFill>
          <a:ln w="12700">
            <a:solidFill>
              <a:srgbClr val="2B5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5EC7"/>
                </a:solidFill>
                <a:latin typeface="MiSans Normal"/>
              </a:defRPr>
            </a:pPr>
            <a:r>
              <a:t>多维度敏感度实时仪表盘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利率敏感度：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 xml:space="preserve">  DV01（利率每变动1bp → P&amp;L变化）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 xml:space="preserve">  Key Rate Duration（各期限点敏感度）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 xml:space="preserve">  凸性（大幅变动时的非线性保护）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信用敏感度：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 xml:space="preserve">  CS01（信用利差每变动1bp → P&amp;L变化）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 xml:space="preserve">  DTS（Duration Times Spread，更精确）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权益敏感度：Delta · Beta · 行业Beta</a:t>
            </a:r>
          </a:p>
          <a:p>
            <a:pPr algn="l">
              <a:spcBef>
                <a:spcPts val="3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商品/汇率：黄金/原油/外汇每单位变动影响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24128"/>
            <a:ext cx="5577840" cy="3749039"/>
          </a:xfrm>
          <a:prstGeom prst="rect">
            <a:avLst/>
          </a:prstGeom>
          <a:solidFill>
            <a:srgbClr val="0F2060"/>
          </a:solidFill>
          <a:ln w="12700">
            <a:solidFill>
              <a:srgbClr val="0F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63640" y="107899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060"/>
                </a:solidFill>
                <a:latin typeface="MiSans Normal"/>
              </a:defRPr>
            </a:pPr>
            <a:r>
              <a:t>冲击分析矩阵（利率 × 信用利差）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FFFFFF"/>
                </a:solidFill>
                <a:latin typeface="Courier New"/>
              </a:defRPr>
            </a:pPr>
            <a:r>
              <a:t xml:space="preserve">              信用 -50bp  -20bp  0bp  +20bp  +50bp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FFFFFF"/>
                </a:solidFill>
                <a:latin typeface="Courier New"/>
              </a:defRPr>
            </a:pPr>
            <a:r>
              <a:t>利率 -50bp    +8500  +6200 +4100  +1800   -800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FFFFFF"/>
                </a:solidFill>
                <a:latin typeface="Courier New"/>
              </a:defRPr>
            </a:pPr>
            <a:r>
              <a:t>利率 -20bp    +5200  +3100 +1200   -900  -3200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FFFFFF"/>
                </a:solidFill>
                <a:latin typeface="Courier New"/>
              </a:defRPr>
            </a:pPr>
            <a:r>
              <a:t>利率   0bp    +4100  +1800     0  -2100  -5400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FFFFFF"/>
                </a:solidFill>
                <a:latin typeface="Courier New"/>
              </a:defRPr>
            </a:pPr>
            <a:r>
              <a:t>利率 +20bp    +2800   +400 -1800  -4100  -7200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FFFFFF"/>
                </a:solidFill>
                <a:latin typeface="Courier New"/>
              </a:defRPr>
            </a:pPr>
            <a:r>
              <a:t>利率 +50bp     +800  -1800 -4200  -6800  -9800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0F2060"/>
                </a:solidFill>
                <a:latin typeface="Courier New"/>
              </a:defRPr>
            </a:pPr>
            <a:r>
              <a:t>（万元P&amp;L，红色区域为当前情景最可能损失区间）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846320"/>
            <a:ext cx="11247120" cy="914400"/>
          </a:xfrm>
          <a:prstGeom prst="rect">
            <a:avLst/>
          </a:prstGeom>
          <a:solidFill>
            <a:srgbClr val="0F2060"/>
          </a:solidFill>
          <a:ln w="12700">
            <a:solidFill>
              <a:srgbClr val="0F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060"/>
                </a:solidFill>
                <a:latin typeface="MiSans Normal"/>
              </a:defRPr>
            </a:pPr>
            <a:r>
              <a:t>核心价值：从'被动应对'到'主动预判'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提前知道每种市场情景的P&amp;L影响，决策从'市场动了才反应'变为'看懂矩阵，提前布防'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冲击矩阵可视化风险地图：投资经理一眼看出'最怕利率大幅上行+信用利差走阔的组合情景'</a:t>
            </a:r>
          </a:p>
        </p:txBody>
      </p:sp>
    </p:spTree>
    <p:extLst>
      <p:ext uri="{BB962C8B-B14F-4D97-AF65-F5344CB8AC3E}">
        <p14:creationId xmlns:p14="http://schemas.microsoft.com/office/powerpoint/2010/main" val="21996695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Sans Normal"/>
              </a:defRPr>
            </a:pPr>
            <a:r>
              <a:t>4.4.1.10 情景分析与压力测试——三层体系让924类事件从'灾难'变为'有预案'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2024年924事件证明：没有极端情景预案 = 被动承受——POMS三层压力测试体系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3566160" cy="3703320"/>
          </a:xfrm>
          <a:prstGeom prst="rect">
            <a:avLst/>
          </a:prstGeom>
          <a:solidFill>
            <a:srgbClr val="0F2060"/>
          </a:solidFill>
          <a:ln w="12700">
            <a:solidFill>
              <a:srgbClr val="0F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060"/>
                </a:solidFill>
                <a:latin typeface="MiSans Normal"/>
              </a:defRPr>
            </a:pPr>
            <a:r>
              <a:t>第一层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Sans Normal"/>
              </a:defRPr>
            </a:pPr>
            <a:r>
              <a:t>历史情景重演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92224"/>
            <a:ext cx="3017520" cy="27432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892807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Sans Normal"/>
              </a:defRPr>
            </a:pPr>
            <a:endParaRPr/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924央行货币政策转向（2024.9）：短端-30bp/中端-20bp/权益+9.6%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包商银行事件（2019.5）：城投AA+走阔+80bp/AA+走阔+150bp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2013钱荒：隔夜Shibor突破30%，长端利率+100bp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→ 自动计算当前组合在上述事件下的损益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39" y="1024128"/>
            <a:ext cx="3566160" cy="3703320"/>
          </a:xfrm>
          <a:prstGeom prst="rect">
            <a:avLst/>
          </a:prstGeom>
          <a:solidFill>
            <a:srgbClr val="0F2060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79" y="107899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Sans Normal"/>
              </a:defRPr>
            </a:pPr>
            <a:r>
              <a:t>第二层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79" y="138988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Sans Normal"/>
              </a:defRPr>
            </a:pPr>
            <a:r>
              <a:t>假设情景模拟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59" y="1792224"/>
            <a:ext cx="3017520" cy="27432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79" y="1892807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Sans Normal"/>
              </a:defRPr>
            </a:pPr>
            <a:endParaRPr/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自定义任意冲击：'利率+100bp + 信用+50bp + 股市-10%'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'某省城投违约，行业利差走阔200bp'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即时输出：总损益/最受损前10持仓/流动性危机能力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→ 建议应急对冲方案（哪些衍生品可以对冲）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8" y="1024128"/>
            <a:ext cx="3566160" cy="3703320"/>
          </a:xfrm>
          <a:prstGeom prst="rect">
            <a:avLst/>
          </a:prstGeom>
          <a:solidFill>
            <a:srgbClr val="0F2060"/>
          </a:solidFill>
          <a:ln w="12700">
            <a:solidFill>
              <a:srgbClr val="2B5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18" y="107899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5EC7"/>
                </a:solidFill>
                <a:latin typeface="MiSans Normal"/>
              </a:defRPr>
            </a:pPr>
            <a:r>
              <a:t>第三层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8" y="138988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Sans Normal"/>
              </a:defRPr>
            </a:pPr>
            <a:r>
              <a:t>反向压力测试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598" y="1792224"/>
            <a:ext cx="3017520" cy="27432"/>
          </a:xfrm>
          <a:prstGeom prst="rect">
            <a:avLst/>
          </a:prstGeom>
          <a:solidFill>
            <a:srgbClr val="2B5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18" y="1892807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Sans Normal"/>
              </a:defRPr>
            </a:pPr>
            <a:endParaRPr/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从'最大可承受损失'倒推'什么情景触及止损线'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算法：搜索最可能导致-2亿损失的利率/信用组合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输出：'临界情景是利率+65bp+信用+30bp，历史每3年1次'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→ 提前建立应急预案和止损机制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892040"/>
            <a:ext cx="11247120" cy="868680"/>
          </a:xfrm>
          <a:prstGeom prst="rect">
            <a:avLst/>
          </a:prstGeom>
          <a:solidFill>
            <a:srgbClr val="0F2060"/>
          </a:solidFill>
          <a:ln w="12700">
            <a:solidFill>
              <a:srgbClr val="0F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9834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060"/>
                </a:solidFill>
                <a:latin typeface="MiSans Normal"/>
              </a:defRPr>
            </a:pPr>
            <a:r>
              <a:t>924教训：提前压测 = 有预案 · 没有压测 = 被动承受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POMS将极端情景从'事后复盘'变成'事前演练'：同样的924事件，有预案亏0.8亿，无预案亏2亿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差异1.2亿——这是压力测试系统在一天内创造的价值</a:t>
            </a:r>
          </a:p>
        </p:txBody>
      </p:sp>
    </p:spTree>
    <p:extLst>
      <p:ext uri="{BB962C8B-B14F-4D97-AF65-F5344CB8AC3E}">
        <p14:creationId xmlns:p14="http://schemas.microsoft.com/office/powerpoint/2010/main" val="36502106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Sans Normal"/>
              </a:defRPr>
            </a:pPr>
            <a:r>
              <a:t>4.4.1.11 流动性风险管理——变现确定性量化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大额持仓'卖不出去'的流动性风险比价格风险更致命——POMS量化每个持仓的变现时间和冲击成本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060"/>
                </a:solidFill>
                <a:latin typeface="MiSans Normal"/>
              </a:defRPr>
            </a:pPr>
            <a:r>
              <a:t>持仓变现能力评估（基于Almgren-Chriss模型 — 市场冲击成本 ∝ √变现规模/日均成交量）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持仓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规模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日均成交量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估算变现天数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变现难度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国债2034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10亿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50亿/日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1天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✅ 极高流动性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AA城投2028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5亿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3亿/日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8天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⚠️ 中等流动性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AA-产业债2030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2亿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0.5亿/日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20天+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🔴 低流动性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非标ABS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3亿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无场内交易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协议转让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🔴 极低流动性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3291840"/>
            <a:ext cx="11247120" cy="1417320"/>
          </a:xfrm>
          <a:prstGeom prst="rect">
            <a:avLst/>
          </a:prstGeom>
          <a:solidFill>
            <a:srgbClr val="0F2060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34670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7DD8"/>
                </a:solidFill>
                <a:latin typeface="MiSans Normal"/>
              </a:defRPr>
            </a:pPr>
            <a:r>
              <a:t>流动性压力测试 + 流动性监控仪表盘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场景：需要在X天内变现Y亿资金（满足回购到期/赎回）→ 系统分析：可变现排序/变现成本累计/最优路径建议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流动性调整VaR(LVaR) = 传统VaR + 流动性溢价风险  → 比传统VaR更保守，更接近真实风险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仪表盘：流动性覆盖率 · 1/3/5/10天可变现缓冲 · 回购到期日历（未来30日每日到期规模）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864608"/>
            <a:ext cx="11247120" cy="914400"/>
          </a:xfrm>
          <a:prstGeom prst="rect">
            <a:avLst/>
          </a:prstGeom>
          <a:solidFill>
            <a:srgbClr val="0F2060"/>
          </a:solidFill>
          <a:ln w="12700">
            <a:solidFill>
              <a:srgbClr val="0F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4956048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060"/>
                </a:solidFill>
                <a:latin typeface="MiSans Normal"/>
              </a:defRPr>
            </a:pPr>
            <a:r>
              <a:t>核心价值：在极端市场中，'能卖多少·能卖多快·要付多少代价'有确定性答案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924事件教训：价格跌是确定的，卖不出去才是真正的灾难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潜在价值：避免流动性紧急变现的额外损失，每次极端事件可减少数千万到数亿的冲击成本</a:t>
            </a:r>
          </a:p>
        </p:txBody>
      </p:sp>
    </p:spTree>
    <p:extLst>
      <p:ext uri="{BB962C8B-B14F-4D97-AF65-F5344CB8AC3E}">
        <p14:creationId xmlns:p14="http://schemas.microsoft.com/office/powerpoint/2010/main" val="5030706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Sans Normal"/>
              </a:defRPr>
            </a:pPr>
            <a:r>
              <a:t>4.4.1.12 衍生品工具矩阵——快速/灵活/稳健的组合对冲体系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系统告诉投资经理：用哪个工具、用多少、怎么做——将对冲从艺术变成科学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47120" cy="26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0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风险类型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对冲工具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效率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利率风险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国债期货（2Y/5Y/10Y/30Y）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快速调整组合久期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秒级，高流动性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利率风险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利率互换IRS（1Y-10Y）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精确管理浮动/固定利率敞口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灵活，OTC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信用风险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信用违约互换CDS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对冲特定发行人违约风险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精准，OTC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权益风险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股指期货（IF/IH/IC/IM）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快速对冲Beta敞口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秒级，高流动性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权益风险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股指期权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非线性保护（尾部风险对冲）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精准，成本可控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商品风险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黄金期货/黄金期权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对冲黄金价格风险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日内调整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汇率风险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外汇远期/掉期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锁定外汇敞口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OTC，灵活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3703320"/>
            <a:ext cx="11247120" cy="1417320"/>
          </a:xfrm>
          <a:prstGeom prst="rect">
            <a:avLst/>
          </a:prstGeom>
          <a:solidFill>
            <a:srgbClr val="0F2060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37673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Sans Normal"/>
              </a:defRPr>
            </a:pPr>
            <a:r>
              <a:t>对冲决策引擎工作流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① 输入：当前组合风险敞口（DV01/CS01/Beta实时仪表盘数据）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② 目标：设定对冲后目标风险水平（如'将DV01从500万降到200万'）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③ 系统推荐：卖出XX手10年期国债期货 + 做多XX笔5年IRS → 预期DV01: 500万→198万(-60.4%) · 对冲成本: XX万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④ 一键生成对冲指令，流转执行管理引擎  |  多维场景：快速对冲/精细对冲/尾部对冲/跨资产联合对冲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285232"/>
            <a:ext cx="11247120" cy="521207"/>
          </a:xfrm>
          <a:prstGeom prst="rect">
            <a:avLst/>
          </a:prstGeom>
          <a:solidFill>
            <a:srgbClr val="0F2060"/>
          </a:solidFill>
          <a:ln w="12700">
            <a:solidFill>
              <a:srgbClr val="0F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5376672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060"/>
                </a:solidFill>
                <a:latin typeface="MiSans Normal"/>
              </a:defRPr>
            </a:pPr>
            <a:r>
              <a:t>核心价值：衍生品对冲从'知道要用但不知道用多少'变成'系统给出最优方案，一键执行'</a:t>
            </a:r>
          </a:p>
        </p:txBody>
      </p:sp>
    </p:spTree>
    <p:extLst>
      <p:ext uri="{BB962C8B-B14F-4D97-AF65-F5344CB8AC3E}">
        <p14:creationId xmlns:p14="http://schemas.microsoft.com/office/powerpoint/2010/main" val="37947362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Sans Normal"/>
              </a:defRPr>
            </a:pPr>
            <a:r>
              <a:t>引擎②：高性能计算引擎——算得快 [算得快]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实时估值/定价/风险计量 · 自研替代Bloomberg · 千亿规模2000万次定价/日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3566160" cy="3931920"/>
          </a:xfrm>
          <a:prstGeom prst="rect">
            <a:avLst/>
          </a:prstGeom>
          <a:solidFill>
            <a:srgbClr val="0F2060"/>
          </a:solidFill>
          <a:ln w="12700">
            <a:solidFill>
              <a:srgbClr val="2B5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B5EC7"/>
                </a:solidFill>
                <a:latin typeface="MiSans Normal"/>
              </a:defRPr>
            </a:pPr>
            <a:r>
              <a:t>定价引擎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508760"/>
            <a:ext cx="2651760" cy="27432"/>
          </a:xfrm>
          <a:prstGeom prst="rect">
            <a:avLst/>
          </a:prstGeom>
          <a:solidFill>
            <a:srgbClr val="2B5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Sans Normal"/>
              </a:defRPr>
            </a:pPr>
            <a:endParaRPr/>
          </a:p>
          <a:p>
            <a:pPr algn="l">
              <a:spcBef>
                <a:spcPts val="8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覆盖权益/利率/商品/外汇/衍生品/结构化产品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利率曲线/波动率曲面/MC多方法支撑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Full Repricing：非线性风险精确捕获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自研替代Bloomberg，消除许可费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39" y="1024128"/>
            <a:ext cx="3566160" cy="3931920"/>
          </a:xfrm>
          <a:prstGeom prst="rect">
            <a:avLst/>
          </a:prstGeom>
          <a:solidFill>
            <a:srgbClr val="0F2060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97679" y="107899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7DD8"/>
                </a:solidFill>
                <a:latin typeface="MiSans Normal"/>
              </a:defRPr>
            </a:pPr>
            <a:r>
              <a:t>实时估值引擎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39" y="1508760"/>
            <a:ext cx="2651760" cy="27432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79" y="1627632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Sans Normal"/>
              </a:defRPr>
            </a:pPr>
            <a:endParaRPr/>
          </a:p>
          <a:p>
            <a:pPr algn="l">
              <a:spcBef>
                <a:spcPts val="8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行情驱动流式估值，Tick级刷新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2,000持仓 × 每秒 = 2000次定价/秒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VaR/CVaR/Greeks实时计算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组合估值精度到Greeks级别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8" y="1024128"/>
            <a:ext cx="3566160" cy="3931920"/>
          </a:xfrm>
          <a:prstGeom prst="rect">
            <a:avLst/>
          </a:prstGeom>
          <a:solidFill>
            <a:srgbClr val="0F2060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18" y="107899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Sans Normal"/>
              </a:defRPr>
            </a:pPr>
            <a:r>
              <a:t>分布式计算架构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78" y="1508760"/>
            <a:ext cx="2651760" cy="27432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18" y="1627632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Sans Normal"/>
              </a:defRPr>
            </a:pPr>
            <a:endParaRPr/>
          </a:p>
          <a:p>
            <a:pPr algn="l">
              <a:spcBef>
                <a:spcPts val="8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K8s编排弹性扩缩容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8-16计算节点，VaR=2000万次定价/日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CEP引擎：10万+ events/sec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二次开发SDK（Python/Java/C++）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074920"/>
            <a:ext cx="11247120" cy="749808"/>
          </a:xfrm>
          <a:prstGeom prst="rect">
            <a:avLst/>
          </a:prstGeom>
          <a:solidFill>
            <a:srgbClr val="0F2060"/>
          </a:solidFill>
          <a:ln w="12700">
            <a:solidFill>
              <a:srgbClr val="0F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516636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060"/>
                </a:solidFill>
                <a:latin typeface="MiSans Normal"/>
              </a:defRPr>
            </a:pPr>
            <a:r>
              <a:t>规模验证（千亿AUM估算）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存储：~10TB（3年滚动 含行情+持仓+交易+风控）· 并发：40用户 × 5请求/秒 = 200 req/sec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Bloomberg依赖归零：许可费+数据费每年数百万，完全替代 → 300-500万/年成本节省</a:t>
            </a:r>
          </a:p>
        </p:txBody>
      </p:sp>
    </p:spTree>
    <p:extLst>
      <p:ext uri="{BB962C8B-B14F-4D97-AF65-F5344CB8AC3E}">
        <p14:creationId xmlns:p14="http://schemas.microsoft.com/office/powerpoint/2010/main" val="31117215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Sans Normal"/>
              </a:defRPr>
            </a:pPr>
            <a:r>
              <a:t>引擎③：量化策略引擎——算得快+配得优 [相对价值·多策略·回测]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中国FICC市场系统性相对价值机会丰富——华锐量化工具让机会从'看到但抓不住'变为'系统化执行'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3566160" cy="3931920"/>
          </a:xfrm>
          <a:prstGeom prst="rect">
            <a:avLst/>
          </a:prstGeom>
          <a:solidFill>
            <a:srgbClr val="0F2060"/>
          </a:solidFill>
          <a:ln w="12700">
            <a:solidFill>
              <a:srgbClr val="2B5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5EC7"/>
                </a:solidFill>
                <a:latin typeface="MiSans Normal"/>
              </a:defRPr>
            </a:pPr>
            <a:r>
              <a:t>相对价值分析工具集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3017520" cy="27432"/>
          </a:xfrm>
          <a:prstGeom prst="rect">
            <a:avLst/>
          </a:prstGeom>
          <a:solidFill>
            <a:srgbClr val="2B5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Sans Normal"/>
              </a:defRPr>
            </a:pPr>
            <a:endParaRPr/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利差策略：新老券/品种内/跨品种利差实时监控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基差策略：国债期货基差/CTD券跟踪/期现套利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曲线策略：收益率曲线形态/斜率/蝴蝶策略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历史分位数：当前利差在历史X%分位，告警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胜率回测：类似历史位置的胜率和平均收益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39" y="1024128"/>
            <a:ext cx="3566160" cy="3931920"/>
          </a:xfrm>
          <a:prstGeom prst="rect">
            <a:avLst/>
          </a:prstGeom>
          <a:solidFill>
            <a:srgbClr val="0F2060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97679" y="107899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7DD8"/>
                </a:solidFill>
                <a:latin typeface="MiSans Normal"/>
              </a:defRPr>
            </a:pPr>
            <a:r>
              <a:t>多timeframe信号引擎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1508760"/>
            <a:ext cx="3017520" cy="27432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79" y="1627632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Sans Normal"/>
              </a:defRPr>
            </a:pPr>
            <a:endParaRPr/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日内信号：利差偏离&gt;2σ → 自动推送机会提示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日间信号：趋势跟踪+均值回归策略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周/月级：宏观因子驱动的资产配置信号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多策略并行：不同周期信号同时运行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实时回测：新信号上线前历史数据验证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8" y="1024128"/>
            <a:ext cx="3566160" cy="3931920"/>
          </a:xfrm>
          <a:prstGeom prst="rect">
            <a:avLst/>
          </a:prstGeom>
          <a:solidFill>
            <a:srgbClr val="0F2060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18" y="107899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Sans Normal"/>
              </a:defRPr>
            </a:pPr>
            <a:r>
              <a:t>策略回测与验证框架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598" y="1508760"/>
            <a:ext cx="3017520" cy="27432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18" y="1627632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Sans Normal"/>
              </a:defRPr>
            </a:pPr>
            <a:endParaRPr/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历史数据：5年+债券/权益/商品数据库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快速回测：假设→验证结果&lt;1天（vs 原1-2周）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绩效指标：年化收益/夏普/最大回撤/胜率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模拟盘验证：回测通过后模拟盘实盘验证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AI引擎接口：机器学习策略预留接口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074920"/>
            <a:ext cx="11247120" cy="749808"/>
          </a:xfrm>
          <a:prstGeom prst="rect">
            <a:avLst/>
          </a:prstGeom>
          <a:solidFill>
            <a:srgbClr val="0F2060"/>
          </a:solidFill>
          <a:ln w="12700">
            <a:solidFill>
              <a:srgbClr val="0F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516636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060"/>
                </a:solidFill>
                <a:latin typeface="MiSans Normal"/>
              </a:defRPr>
            </a:pPr>
            <a:r>
              <a:t>量化价值（千亿AUM）：相对价值Alpha年化+20-50bps → 新增1000-2000万/年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中国FICC利差市场系统性机会多，但需要工具才能系统化捕捉——有工具 vs 无工具 = 1000-2000万/年的Alpha差距</a:t>
            </a:r>
          </a:p>
        </p:txBody>
      </p:sp>
    </p:spTree>
    <p:extLst>
      <p:ext uri="{BB962C8B-B14F-4D97-AF65-F5344CB8AC3E}">
        <p14:creationId xmlns:p14="http://schemas.microsoft.com/office/powerpoint/2010/main" val="22416610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Sans Normal"/>
              </a:defRPr>
            </a:pPr>
            <a:r>
              <a:t>引擎④：事件驱动风控引擎——控得稳 [CEP·回撤·极端压测·合规]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从'被动等报告'到'主动推送预警'——CEP引擎实现秒级风险响应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2651760" cy="3931920"/>
          </a:xfrm>
          <a:prstGeom prst="rect">
            <a:avLst/>
          </a:prstGeom>
          <a:solidFill>
            <a:srgbClr val="0F2060"/>
          </a:solidFill>
          <a:ln w="12700">
            <a:solidFill>
              <a:srgbClr val="0F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2060"/>
                </a:solidFill>
                <a:latin typeface="MiSans Normal"/>
              </a:defRPr>
            </a:pPr>
            <a:r>
              <a:t>CEP复杂事件处理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2103120" cy="27432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Sans Normal"/>
              </a:defRPr>
            </a:pPr>
            <a:endParaRPr/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行情/交易/越限/流动性事件统一处理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10万+ events/sec事件吞吐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毫秒级规则匹配和预警触发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多级预警：黄色预警/红色告警/自动止损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024128"/>
            <a:ext cx="2651760" cy="3931920"/>
          </a:xfrm>
          <a:prstGeom prst="rect">
            <a:avLst/>
          </a:prstGeom>
          <a:solidFill>
            <a:srgbClr val="0F2060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80" y="107899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Sans Normal"/>
              </a:defRPr>
            </a:pPr>
            <a:r>
              <a:t>实时回撤监控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508760"/>
            <a:ext cx="2103120" cy="27432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0" y="1627632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Sans Normal"/>
              </a:defRPr>
            </a:pPr>
            <a:endParaRPr/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秒级检测组合回撤（非T+1）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分层阈值：预警线/止损线/强制减仓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自动触发减仓建议（结合流动性排序）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回撤归因：是利率/信用/权益哪个因子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024128"/>
            <a:ext cx="2651760" cy="3931920"/>
          </a:xfrm>
          <a:prstGeom prst="rect">
            <a:avLst/>
          </a:prstGeom>
          <a:solidFill>
            <a:srgbClr val="0F2060"/>
          </a:solidFill>
          <a:ln w="12700">
            <a:solidFill>
              <a:srgbClr val="2B5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07899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B5EC7"/>
                </a:solidFill>
                <a:latin typeface="MiSans Normal"/>
              </a:defRPr>
            </a:pPr>
            <a:r>
              <a:t>合规规则引擎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508760"/>
            <a:ext cx="2103120" cy="27432"/>
          </a:xfrm>
          <a:prstGeom prst="rect">
            <a:avLst/>
          </a:prstGeom>
          <a:solidFill>
            <a:srgbClr val="2B5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1627632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Sans Normal"/>
              </a:defRPr>
            </a:pPr>
            <a:endParaRPr/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5000+规则库（净资本/集中度/评级/关联交易）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投前预检：下单前自动合规校验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投中拦截：违规交易实时阻止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2024券商受处罚162次 → 预检归零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1024128"/>
            <a:ext cx="2651760" cy="3931920"/>
          </a:xfrm>
          <a:prstGeom prst="rect">
            <a:avLst/>
          </a:prstGeom>
          <a:solidFill>
            <a:srgbClr val="0F2060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52560" y="107899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7DD8"/>
                </a:solidFill>
                <a:latin typeface="MiSans Normal"/>
              </a:defRPr>
            </a:pPr>
            <a:r>
              <a:t>全公司风险视图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508760"/>
            <a:ext cx="2103120" cy="27432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52560" y="1627632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Sans Normal"/>
              </a:defRPr>
            </a:pPr>
            <a:endParaRPr/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全公司VaR/DV01/CS01/集中度一屏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跨组合/跨账簿/跨部门统一视图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实时限额利用率（绿/黄/红交通灯）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压力测试结果实时集成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074920"/>
            <a:ext cx="11247120" cy="749808"/>
          </a:xfrm>
          <a:prstGeom prst="rect">
            <a:avLst/>
          </a:prstGeom>
          <a:solidFill>
            <a:srgbClr val="0F2060"/>
          </a:solidFill>
          <a:ln w="12700">
            <a:solidFill>
              <a:srgbClr val="0F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516636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060"/>
                </a:solidFill>
                <a:latin typeface="MiSans Normal"/>
              </a:defRPr>
            </a:pPr>
            <a:r>
              <a:t>风险控制价值（千亿AUM）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常规回撤控制：最大回撤从-3%控制到-1.5% → 减少3000-5000万/次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极端事件预案（924类）：有预案 vs 无预案 → 单次差异1-2亿 · 合规拦截：每年避免2-3次违规处罚</a:t>
            </a:r>
          </a:p>
        </p:txBody>
      </p:sp>
      <p:pic>
        <p:nvPicPr>
          <p:cNvPr id="23" name="Picture 22" descr="diagram_7_CEP风控引擎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10" y="1005840"/>
            <a:ext cx="10773531" cy="406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6454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Sans Normal"/>
              </a:defRPr>
            </a:pPr>
            <a:r>
              <a:t>引擎⑤：指令与执行管理引擎——连得通 [决策→指令→执行→归因]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投研发现机会→组合决策→指令生成→OEMS执行→TCA分析→归因驱动下次决策——全链路贯通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737360" cy="1828800"/>
          </a:xfrm>
          <a:prstGeom prst="rect">
            <a:avLst/>
          </a:prstGeom>
          <a:solidFill>
            <a:srgbClr val="0F2060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7DD8"/>
                </a:solidFill>
                <a:latin typeface="MiSans Normal"/>
              </a:defRPr>
            </a:pPr>
            <a:r>
              <a:t>投研信号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36192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利差机会推送</a:t>
            </a:r>
            <a:br/>
            <a:r>
              <a:t>宏观因子信号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417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7DD8"/>
                </a:solidFill>
                <a:latin typeface="MiSans Normal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024128"/>
            <a:ext cx="1737360" cy="1828800"/>
          </a:xfrm>
          <a:prstGeom prst="rect">
            <a:avLst/>
          </a:prstGeom>
          <a:solidFill>
            <a:srgbClr val="0F2060"/>
          </a:solidFill>
          <a:ln w="12700">
            <a:solidFill>
              <a:srgbClr val="2B5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23160" y="107899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B5EC7"/>
                </a:solidFill>
                <a:latin typeface="MiSans Normal"/>
              </a:defRPr>
            </a:pPr>
            <a:r>
              <a:t>组合决策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1536192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再平衡优化</a:t>
            </a:r>
            <a:br/>
            <a:r>
              <a:t>Shadow验证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417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B5EC7"/>
                </a:solidFill>
                <a:latin typeface="MiSans Normal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024128"/>
            <a:ext cx="1737360" cy="1828800"/>
          </a:xfrm>
          <a:prstGeom prst="rect">
            <a:avLst/>
          </a:prstGeom>
          <a:solidFill>
            <a:srgbClr val="0F2060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400" y="107899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Sans Normal"/>
              </a:defRPr>
            </a:pPr>
            <a:r>
              <a:t>合规预检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536192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5000+规则</a:t>
            </a:r>
            <a:br/>
            <a:r>
              <a:t>事前拦截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1417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Sans Normal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024128"/>
            <a:ext cx="1737360" cy="1828800"/>
          </a:xfrm>
          <a:prstGeom prst="rect">
            <a:avLst/>
          </a:prstGeom>
          <a:solidFill>
            <a:srgbClr val="0F2060"/>
          </a:solidFill>
          <a:ln w="12700">
            <a:solidFill>
              <a:srgbClr val="0F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107899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2060"/>
                </a:solidFill>
                <a:latin typeface="MiSans Normal"/>
              </a:defRPr>
            </a:pPr>
            <a:r>
              <a:t>指令生成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536192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multi-leg指令</a:t>
            </a:r>
            <a:br/>
            <a:r>
              <a:t>批量审批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1417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2060"/>
                </a:solidFill>
                <a:latin typeface="MiSans Normal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024128"/>
            <a:ext cx="1737360" cy="1828800"/>
          </a:xfrm>
          <a:prstGeom prst="rect">
            <a:avLst/>
          </a:prstGeom>
          <a:solidFill>
            <a:srgbClr val="0F2060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83880" y="107899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7DD8"/>
                </a:solidFill>
                <a:latin typeface="MiSans Normal"/>
              </a:defRPr>
            </a:pPr>
            <a:r>
              <a:t>OEMS执行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1536192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场内/场外/期货</a:t>
            </a:r>
            <a:br/>
            <a:r>
              <a:t>算法交易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1417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7DD8"/>
                </a:solidFill>
                <a:latin typeface="MiSans Normal"/>
              </a:defRPr>
            </a:pPr>
            <a: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0" y="1024128"/>
            <a:ext cx="1737360" cy="1828800"/>
          </a:xfrm>
          <a:prstGeom prst="rect">
            <a:avLst/>
          </a:prstGeom>
          <a:solidFill>
            <a:srgbClr val="0F2060"/>
          </a:solidFill>
          <a:ln w="12700">
            <a:solidFill>
              <a:srgbClr val="2B5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104120" y="107899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B5EC7"/>
                </a:solidFill>
                <a:latin typeface="MiSans Normal"/>
              </a:defRPr>
            </a:pPr>
            <a:r>
              <a:t>TCA归因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4120" y="1536192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滑点分析</a:t>
            </a:r>
            <a:br/>
            <a:r>
              <a:t>绩效归因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57200" y="3063240"/>
          <a:ext cx="11247120" cy="19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0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功能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当前状态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POMS能力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量化价值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指令生成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手工填写指令单，1-2小时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再平衡自动生成，15分钟确认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效率提升8-10x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multi-leg执行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手工分腿，各自执行，价差损失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系统同时多腿，原子执行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滑点减少50%+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合规预检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事后发现违规，处罚风险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投前自动校验，实时拦截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违规归零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执行质量TCA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无从评估滑点来源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vs TWAP/VWAP持续优化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500-1000万/年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绩效归因闭环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年底才看结果，不驱动改进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实时归因→下次决策输入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Alpha持续迭代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457200" y="5166360"/>
            <a:ext cx="11247120" cy="640080"/>
          </a:xfrm>
          <a:prstGeom prst="rect">
            <a:avLst/>
          </a:prstGeom>
          <a:solidFill>
            <a:srgbClr val="0F2060"/>
          </a:solidFill>
          <a:ln w="12700">
            <a:solidFill>
              <a:srgbClr val="0F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52578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060"/>
                </a:solidFill>
                <a:latin typeface="MiSans Normal"/>
              </a:defRPr>
            </a:pPr>
            <a:r>
              <a:t>年度交易量3000亿：执行质量每提升1bp = 3000万/年 · 滑点优化0.3-0.5bp → 节省1000-1500万/年</a:t>
            </a:r>
          </a:p>
        </p:txBody>
      </p:sp>
      <p:pic>
        <p:nvPicPr>
          <p:cNvPr id="31" name="Picture 30" descr="diagram_8_指令执行泳道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672" y="1005840"/>
            <a:ext cx="11783607" cy="416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9329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060"/>
                </a:solidFill>
                <a:latin typeface="MiSans Normal"/>
              </a:defRPr>
            </a:pPr>
            <a:r>
              <a:t>SECTION 4 —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560320"/>
            <a:ext cx="4572000" cy="4572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Sans Normal"/>
              </a:defRPr>
            </a:pPr>
            <a:r>
              <a:t>三期18个月：Phase 1六个月CEO看到全貌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Sans Normal"/>
              </a:defRPr>
            </a:pPr>
            <a:r>
              <a:t>从底向上·分步见效·灯塔效应</a:t>
            </a:r>
          </a:p>
        </p:txBody>
      </p:sp>
    </p:spTree>
    <p:extLst>
      <p:ext uri="{BB962C8B-B14F-4D97-AF65-F5344CB8AC3E}">
        <p14:creationId xmlns:p14="http://schemas.microsoft.com/office/powerpoint/2010/main" val="36593746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Sans Normal"/>
              </a:defRPr>
            </a:pPr>
            <a:r>
              <a:t>三期24个月实施路径——从数据筑基到全面进化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先数据后应用 · 先看见后计算 · 先自营后做市 · M6 Quick Win 验收触发首期付款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566160" cy="4572000"/>
          </a:xfrm>
          <a:prstGeom prst="rect">
            <a:avLst/>
          </a:prstGeom>
          <a:solidFill>
            <a:srgbClr val="0F2060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3566160" cy="50292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2060"/>
                </a:solidFill>
                <a:latin typeface="MiSans Normal"/>
              </a:defRPr>
            </a:pPr>
            <a:r>
              <a:t>Phase 1（M1 – M12  筑基期）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727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7DD8"/>
                </a:solidFill>
                <a:latin typeface="MiSans Normal"/>
              </a:defRPr>
            </a:pPr>
            <a:r>
              <a:t>筑基期：看得清+配得优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Sans Normal"/>
              </a:defRPr>
            </a:pPr>
            <a:endParaRPr/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POMS数据集成（对接IBOR+衡泰xIR+柜台+行情）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全资产组合管理引擎MVP（全品种一屏）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实时持仓敞口分析（公司→交易台→个人穿透）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跨资产相关性分析（低波动最优组合）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★ M6 Quick Win：一屏可见 · M7-M12量化策略+绩效归因+指令管理+投前合规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343400"/>
            <a:ext cx="3383280" cy="27432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437083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B7DD8"/>
                </a:solidFill>
                <a:latin typeface="MiSans Normal"/>
              </a:defRPr>
            </a:pPr>
            <a:r>
              <a:t>里程碑：M6 Quick Win验收 · M12千亿全资产实时一屏可见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64515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MiSans Normal"/>
              </a:defRPr>
            </a:pPr>
            <a:r>
              <a:t>验证：CEO打开系统即看全公司自营全貌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39" y="1005840"/>
            <a:ext cx="3566160" cy="4572000"/>
          </a:xfrm>
          <a:prstGeom prst="rect">
            <a:avLst/>
          </a:prstGeom>
          <a:solidFill>
            <a:srgbClr val="0F2060"/>
          </a:solidFill>
          <a:ln w="12700">
            <a:solidFill>
              <a:srgbClr val="2B5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06239" y="1005840"/>
            <a:ext cx="3566160" cy="502920"/>
          </a:xfrm>
          <a:prstGeom prst="rect">
            <a:avLst/>
          </a:prstGeom>
          <a:solidFill>
            <a:srgbClr val="2B5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97679" y="10241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2060"/>
                </a:solidFill>
                <a:latin typeface="MiSans Normal"/>
              </a:defRPr>
            </a:pPr>
            <a:r>
              <a:t>Phase 2（M13 – M18  赋能期）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79" y="15727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5EC7"/>
                </a:solidFill>
                <a:latin typeface="MiSans Normal"/>
              </a:defRPr>
            </a:pPr>
            <a:r>
              <a:t>赋能期：算得快+控得稳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79" y="196596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Sans Normal"/>
              </a:defRPr>
            </a:pPr>
            <a:endParaRPr/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高性能计算引擎（实时风险计量+估值全量）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量化策略工具（利差/基差/新老券分析）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事件驱动风控引擎（CEP+极端压力测试）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虚拟组合what-if试算（100+并行）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绩效归因（Campisi+Brinson）· 指令管理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79" y="4343400"/>
            <a:ext cx="3383280" cy="27432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43399" y="437083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B5EC7"/>
                </a:solidFill>
                <a:latin typeface="MiSans Normal"/>
              </a:defRPr>
            </a:pPr>
            <a:r>
              <a:t>里程碑：M18 风控+量化策略全上线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399" y="464515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MiSans Normal"/>
              </a:defRPr>
            </a:pPr>
            <a:r>
              <a:t>验证：利差机会秒级捕捉 · 回撤实时预警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8" y="1005840"/>
            <a:ext cx="3566160" cy="4572000"/>
          </a:xfrm>
          <a:prstGeom prst="rect">
            <a:avLst/>
          </a:prstGeom>
          <a:solidFill>
            <a:srgbClr val="0F2060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955278" y="1005840"/>
            <a:ext cx="3566160" cy="5029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18" y="10241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2060"/>
                </a:solidFill>
                <a:latin typeface="MiSans Normal"/>
              </a:defRPr>
            </a:pPr>
            <a:r>
              <a:t>Phase 3（M19 – M24  进化期）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8" y="15727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Sans Normal"/>
              </a:defRPr>
            </a:pPr>
            <a:r>
              <a:t>进化期：连得通+领得先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8" y="196596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Sans Normal"/>
              </a:defRPr>
            </a:pPr>
            <a:endParaRPr/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多策略多timeframe回测框架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multi-leg交易执行优化+滑点归因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四向集成全面打通（投研←→POMS←→OEMS）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现券交易系统升级+AI引擎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FOF管理 · 做市能力储备评估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18" y="4343400"/>
            <a:ext cx="3383280" cy="27432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92438" y="437083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MiSans Normal"/>
              </a:defRPr>
            </a:pPr>
            <a:r>
              <a:t>里程碑：完整POMS平台上线，对标行业领先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38" y="464515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MiSans Normal"/>
              </a:defRPr>
            </a:pPr>
            <a:r>
              <a:t>验证：全链路打通 · 向做市/客需延伸基础</a:t>
            </a:r>
          </a:p>
        </p:txBody>
      </p:sp>
      <p:pic>
        <p:nvPicPr>
          <p:cNvPr id="29" name="Picture 28" descr="diagram_6_实施路线图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5022" y="1005840"/>
            <a:ext cx="7058907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6889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Sans Normal"/>
              </a:defRPr>
            </a:pPr>
            <a:r>
              <a:t>M6 Quick Win效应：投资经理的一天——从'看不到'到'全资产精准配置'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6个月内实现：千亿自营资金一个平台实时可见——这是最直观的变化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47120" cy="333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5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Without POMS（今天）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With POMS（Phase 1上线后）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08:30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打开3个系统查看昨日持仓，看不到全资产机会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登录POMS，全组合实时全景一屏 · 相关性矩阵：黄金与利率债相关性仅0.1，建议增配5%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09:15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等风控发邮件——昨日VaR报告（数据过时12小时）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实时仪表盘：VaR 1.2亿 · DV01 850万 · CS01 420万 · 黄色预警：利率债集中度85%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10:00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想试增配黄金ETF，Excel粗算，不确定就放弃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虚拟组合一键试算：增配5%黄金ETF → 波动率-32% · 预期收益仅-3% · Sharpe 0.8→1.1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11:30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看到10Y-5Y利差走阔，缺工具，无法量化决策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利差监控推送：'10Y-5Y利差52bp，历史93%分位' · 回测：类似位置胜率78%，均收益12bp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14:00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手写指令单→签字→交易员执行，价格已变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一键生成指令：合规预检通过→领导线上审批→秒级下达→滑点仅0.3bp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15:30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无法知道今天操作对组合的真实贡献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实时归因：利差策略+8bp · 久期管理+3bp · 交易滑点-0.3bp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17:00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若全年仅做利率债，收益取决于单一方向判断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系统实时：本月多资产配置 年化收益5.8% · 波动率3.1% · Sharpe 1.45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5074920"/>
            <a:ext cx="11247120" cy="685800"/>
          </a:xfrm>
          <a:prstGeom prst="rect">
            <a:avLst/>
          </a:prstGeom>
          <a:solidFill>
            <a:srgbClr val="0F2060"/>
          </a:solidFill>
          <a:ln w="12700">
            <a:solidFill>
              <a:srgbClr val="0F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516636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060"/>
                </a:solidFill>
                <a:latin typeface="MiSans Normal"/>
              </a:defRPr>
            </a:pPr>
            <a:r>
              <a:t>M6 Quick Win交付承诺：6个月内，CEO打开系统即看全公司自营实时全貌——这是最快的价值验证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M6 Quick Win本身就是对华锐交付能力的验证：6个月先看见、先感受，后续深度功能基于信任分步建设</a:t>
            </a:r>
          </a:p>
        </p:txBody>
      </p:sp>
    </p:spTree>
    <p:extLst>
      <p:ext uri="{BB962C8B-B14F-4D97-AF65-F5344CB8AC3E}">
        <p14:creationId xmlns:p14="http://schemas.microsoft.com/office/powerpoint/2010/main" val="19438263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Sans Normal"/>
              </a:defRPr>
            </a:pPr>
            <a:r>
              <a:t>风险识别与应对：主要风险及缓解措施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提前识别、主动应对——分步建设策略降低整体风险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47120" cy="27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5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风险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概率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影响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应对措施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责任方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衡泰xIR数据对接复杂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Phase 1提前启动接口调研；已有IBOR对接经验；渐进替换策略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双方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千亿数据量性能瓶颈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Phase 1含性能压测专项；分布式架构预留弹性扩展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华锐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业务需求变更频繁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敏捷迭代（双周）+需求冻结期+变更委员会机制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双方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关键投资经理参与不足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项目发起人保障业务代表参与；专人对接关键用户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国元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数据质量问题影响准确性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Phase 1含数据治理专项；入库自动校验规则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双方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信创环境适配挑战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华锐已有信创全栈验证经验；提前环境验证专项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华锐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IFRS9合规时间压力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Phase 1优先覆盖IFRS9基础功能；按监管时间表倒排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双方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5138928"/>
            <a:ext cx="11247120" cy="685800"/>
          </a:xfrm>
          <a:prstGeom prst="rect">
            <a:avLst/>
          </a:prstGeom>
          <a:solidFill>
            <a:srgbClr val="0F2060"/>
          </a:solidFill>
          <a:ln w="12700">
            <a:solidFill>
              <a:srgbClr val="0F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5230368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060"/>
                </a:solidFill>
                <a:latin typeface="MiSans Normal"/>
              </a:defRPr>
            </a:pPr>
            <a:r>
              <a:t>风险管理原则：先建数据根基，分步见效，Phase 1即验证华锐交付能力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分步建设策略：每个Phase单独验证，结果满意后继续——最大化投资保护</a:t>
            </a:r>
          </a:p>
        </p:txBody>
      </p:sp>
    </p:spTree>
    <p:extLst>
      <p:ext uri="{BB962C8B-B14F-4D97-AF65-F5344CB8AC3E}">
        <p14:creationId xmlns:p14="http://schemas.microsoft.com/office/powerpoint/2010/main" val="18878319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Sans Normal"/>
              </a:defRPr>
            </a:pPr>
            <a:r>
              <a:t>项目治理与关键里程碑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双周迭代 · 月度管理层汇报 · 季度Steering Committee · 结果驱动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47120" cy="22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角色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国元侧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华锐侧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职责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项目发起人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分管副总裁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华锐VP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战略决策·资源保障·阶段验收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项目经理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IT部项目经理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华锐项目总监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日常协调·进度追踪·风险上报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业务代表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自营部投资经理+交易员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华锐业务顾问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需求确认·验收测试·用户培训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技术代表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IT部架构师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华锐技术架构师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技术方案·集成设计·性能验证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风控代表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风控合规部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华锐风控顾问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合规规则·风控指标·监管对接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6576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060"/>
                </a:solidFill>
                <a:latin typeface="MiSans Normal"/>
              </a:defRPr>
            </a:pPr>
            <a:r>
              <a:t>关键里程碑时间线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251960"/>
            <a:ext cx="11247120" cy="36576"/>
          </a:xfrm>
          <a:prstGeom prst="rect">
            <a:avLst/>
          </a:prstGeom>
          <a:solidFill>
            <a:srgbClr val="2B5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97280" y="4133087"/>
            <a:ext cx="228600" cy="228600"/>
          </a:xfrm>
          <a:prstGeom prst="rect">
            <a:avLst/>
          </a:prstGeom>
          <a:solidFill>
            <a:srgbClr val="2B5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44348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B5EC7"/>
                </a:solidFill>
                <a:latin typeface="MiSans Normal"/>
              </a:defRPr>
            </a:pPr>
            <a:r>
              <a:t>M1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731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iSans Normal"/>
              </a:defRPr>
            </a:pPr>
            <a:r>
              <a:t>项目启动</a:t>
            </a:r>
            <a:br/>
            <a:r>
              <a:t>数据调研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07208" y="4133087"/>
            <a:ext cx="228600" cy="228600"/>
          </a:xfrm>
          <a:prstGeom prst="rect">
            <a:avLst/>
          </a:prstGeom>
          <a:solidFill>
            <a:srgbClr val="2B5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41448" y="44348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B5EC7"/>
                </a:solidFill>
                <a:latin typeface="MiSans Normal"/>
              </a:defRPr>
            </a:pPr>
            <a:r>
              <a:t>M3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58568" y="47731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iSans Normal"/>
              </a:defRPr>
            </a:pPr>
            <a:r>
              <a:t>IBOR对接</a:t>
            </a:r>
            <a:br/>
            <a:r>
              <a:t>数据集成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17136" y="4133087"/>
            <a:ext cx="228600" cy="22860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51376" y="44348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2060"/>
                </a:solidFill>
                <a:latin typeface="MiSans Normal"/>
              </a:defRPr>
            </a:pPr>
            <a:r>
              <a:t>M6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68496" y="47731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iSans Normal"/>
              </a:defRPr>
            </a:pPr>
            <a:r>
              <a:t>Phase 1</a:t>
            </a:r>
            <a:br/>
            <a:r>
              <a:t>上线验收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27064" y="4133087"/>
            <a:ext cx="228600" cy="228600"/>
          </a:xfrm>
          <a:prstGeom prst="rect">
            <a:avLst/>
          </a:prstGeom>
          <a:solidFill>
            <a:srgbClr val="2B5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61304" y="44348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B5EC7"/>
                </a:solidFill>
                <a:latin typeface="MiSans Normal"/>
              </a:defRPr>
            </a:pPr>
            <a:r>
              <a:t>M9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78424" y="47731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iSans Normal"/>
              </a:defRPr>
            </a:pPr>
            <a:r>
              <a:t>实时风控</a:t>
            </a:r>
            <a:br/>
            <a:r>
              <a:t>策略工具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36992" y="4133087"/>
            <a:ext cx="228600" cy="22860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71232" y="44348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2060"/>
                </a:solidFill>
                <a:latin typeface="MiSans Normal"/>
              </a:defRPr>
            </a:pPr>
            <a:r>
              <a:t>M12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88352" y="47731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iSans Normal"/>
              </a:defRPr>
            </a:pPr>
            <a:r>
              <a:t>Phase 2</a:t>
            </a:r>
            <a:br/>
            <a:r>
              <a:t>上线验收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4133087"/>
            <a:ext cx="228600" cy="228600"/>
          </a:xfrm>
          <a:prstGeom prst="rect">
            <a:avLst/>
          </a:prstGeom>
          <a:solidFill>
            <a:srgbClr val="2B5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81160" y="44348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B5EC7"/>
                </a:solidFill>
                <a:latin typeface="MiSans Normal"/>
              </a:defRPr>
            </a:pPr>
            <a:r>
              <a:t>M15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47731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iSans Normal"/>
              </a:defRPr>
            </a:pPr>
            <a:r>
              <a:t>全链路</a:t>
            </a:r>
            <a:br/>
            <a:r>
              <a:t>打通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356848" y="4133087"/>
            <a:ext cx="228600" cy="22860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91088" y="44348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2060"/>
                </a:solidFill>
                <a:latin typeface="MiSans Normal"/>
              </a:defRPr>
            </a:pPr>
            <a:r>
              <a:t>M18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8208" y="47731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iSans Normal"/>
              </a:defRPr>
            </a:pPr>
            <a:r>
              <a:t>Phase 3</a:t>
            </a:r>
            <a:br/>
            <a:r>
              <a:t>完整上线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349240"/>
            <a:ext cx="11247120" cy="457200"/>
          </a:xfrm>
          <a:prstGeom prst="rect">
            <a:avLst/>
          </a:prstGeom>
          <a:solidFill>
            <a:srgbClr val="0F2060"/>
          </a:solidFill>
          <a:ln w="12700">
            <a:solidFill>
              <a:srgbClr val="0F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54406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060"/>
                </a:solidFill>
                <a:latin typeface="MiSans Normal"/>
              </a:defRPr>
            </a:pPr>
            <a:r>
              <a:t>治理节奏：双周Sprint迭代 · 月度管理层汇报 · 季度Steering Committee · 每Phase独立验收</a:t>
            </a:r>
          </a:p>
        </p:txBody>
      </p:sp>
    </p:spTree>
    <p:extLst>
      <p:ext uri="{BB962C8B-B14F-4D97-AF65-F5344CB8AC3E}">
        <p14:creationId xmlns:p14="http://schemas.microsoft.com/office/powerpoint/2010/main" val="11760998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060"/>
                </a:solidFill>
                <a:latin typeface="MiSans Normal"/>
              </a:defRPr>
            </a:pPr>
            <a:r>
              <a:t>SECTION 5 — VALUE &amp;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560320"/>
            <a:ext cx="4572000" cy="4572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Sans Normal"/>
              </a:defRPr>
            </a:pPr>
            <a:r>
              <a:t>价值量化与决策：多赚·少亏·少花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Sans Normal"/>
              </a:defRPr>
            </a:pPr>
            <a:r>
              <a:t>年化1-1.8亿直接价值 · 极端事件1-2亿/次避损 · 3年不行动代价3.3-6亿</a:t>
            </a:r>
          </a:p>
        </p:txBody>
      </p:sp>
    </p:spTree>
    <p:extLst>
      <p:ext uri="{BB962C8B-B14F-4D97-AF65-F5344CB8AC3E}">
        <p14:creationId xmlns:p14="http://schemas.microsoft.com/office/powerpoint/2010/main" val="25429484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Sans Normal"/>
              </a:defRPr>
            </a:pPr>
            <a:r>
              <a:t>POMS平台价值总览：多赚·少亏·少花——千亿AUM保守估计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三维价值：年化多赚0.5-1亿 + 年化少花0.5-0.8亿 + 极端事件保守避损1-2亿/次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3566160" cy="3886200"/>
          </a:xfrm>
          <a:prstGeom prst="rect">
            <a:avLst/>
          </a:prstGeom>
          <a:solidFill>
            <a:srgbClr val="0F2060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7DD8"/>
                </a:solidFill>
                <a:latin typeface="MiSans Normal"/>
              </a:defRPr>
            </a:pPr>
            <a:r>
              <a:t>多赚</a:t>
            </a:r>
            <a:br/>
            <a:r>
              <a:t>(Alpha增强)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27632"/>
            <a:ext cx="3017520" cy="36576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Sans Normal"/>
              </a:defRPr>
            </a:pPr>
            <a:r>
              <a:t>0.5-1亿/年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04288"/>
            <a:ext cx="3383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Sans Normal"/>
              </a:defRPr>
            </a:pPr>
            <a:endParaRPr/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全资产配置优化：+0.02%-0.05% → 2000-5000万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相对价值/量化策略：新Alpha源 → 1000-2000万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再平衡效率：跟踪误差-5-10bps → 2000-3000万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39" y="1024128"/>
            <a:ext cx="3566160" cy="3886200"/>
          </a:xfrm>
          <a:prstGeom prst="rect">
            <a:avLst/>
          </a:prstGeom>
          <a:solidFill>
            <a:srgbClr val="0F2060"/>
          </a:solidFill>
          <a:ln w="12700">
            <a:solidFill>
              <a:srgbClr val="0F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79" y="107899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2060"/>
                </a:solidFill>
                <a:latin typeface="MiSans Normal"/>
              </a:defRPr>
            </a:pPr>
            <a:r>
              <a:t>少亏</a:t>
            </a:r>
            <a:br/>
            <a:r>
              <a:t>(损失规避)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59" y="1627632"/>
            <a:ext cx="3017520" cy="36576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79" y="17373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Sans Normal"/>
              </a:defRPr>
            </a:pPr>
            <a:r>
              <a:t>常规3000-5000万/次</a:t>
            </a:r>
            <a:br/>
            <a:r>
              <a:t>极端1-2亿/次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79" y="2304288"/>
            <a:ext cx="3383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Sans Normal"/>
              </a:defRPr>
            </a:pPr>
            <a:endParaRPr/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实时回撤控制：从-3%控制到-1.5%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924类极端事件预案：差异高达1.2亿/事件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合规事前拦截：每年避免2-3次违规处罚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现金流预测：避免结算失败（数百万/次）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8" y="1024128"/>
            <a:ext cx="3566160" cy="3886200"/>
          </a:xfrm>
          <a:prstGeom prst="rect">
            <a:avLst/>
          </a:prstGeom>
          <a:solidFill>
            <a:srgbClr val="0F2060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18" y="107899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Sans Normal"/>
              </a:defRPr>
            </a:pPr>
            <a:r>
              <a:t>少花</a:t>
            </a:r>
            <a:br/>
            <a:r>
              <a:t>(成本节省)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598" y="1627632"/>
            <a:ext cx="3017520" cy="36576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18" y="17373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Sans Normal"/>
              </a:defRPr>
            </a:pPr>
            <a:r>
              <a:t>0.5-0.8亿/年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8" y="2304288"/>
            <a:ext cx="3383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Sans Normal"/>
              </a:defRPr>
            </a:pPr>
            <a:endParaRPr/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交易滑点优化：1000-1500万/年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融资成本精细管理：2000-3000万/年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精确成本核算：发现隐性损失300-500万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信创替代Bloomberg：300-500万/年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029200"/>
            <a:ext cx="11247120" cy="804672"/>
          </a:xfrm>
          <a:prstGeom prst="rect">
            <a:avLst/>
          </a:prstGeom>
          <a:solidFill>
            <a:srgbClr val="0F2060"/>
          </a:solidFill>
          <a:ln w="12700">
            <a:solidFill>
              <a:srgbClr val="0F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51206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060"/>
                </a:solidFill>
                <a:latin typeface="MiSans Normal"/>
              </a:defRPr>
            </a:pPr>
            <a:r>
              <a:t>年化直接价值：1-1.8亿 · 5年累计：5-9亿（不含风险避损）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重要前提：价值实现需四个支柱协同——系统平台(POMS) + 人员能力 + 流程优化 + 管理机制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系统是必要条件，不是充分条件——但没有系统，其他三个支柱无从发力</a:t>
            </a:r>
          </a:p>
        </p:txBody>
      </p:sp>
    </p:spTree>
    <p:extLst>
      <p:ext uri="{BB962C8B-B14F-4D97-AF65-F5344CB8AC3E}">
        <p14:creationId xmlns:p14="http://schemas.microsoft.com/office/powerpoint/2010/main" val="21096364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Sans Normal"/>
              </a:defRPr>
            </a:pPr>
            <a:r>
              <a:t>924 War Room案例：POMS在一天内创造1.2亿价值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2024年9月24日 央行货币政策转向——真实行业事件，有无POMS差异1.2亿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47120" cy="399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Without POMS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With POMS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09:30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从新闻得知央行干预消息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CEP引擎捕获利率异常波动，实时预警触发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09:31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压力测试自动启动'924情景' → 组合实时损益: -1.2亿 · 最脆弱因子: 5Y+利率债久期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09:35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系统生成减仓建议：优先前10只高流动性债券 · 合规预检自动通过 · 限额检查OK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09:38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PM确认 → 一键multi-leg执行 → OEMS同步 · 开始成交，滑点仅3bp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09:45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开始手工计算影响，数据是昨天的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10:00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全包成本引擎：减仓交易成本 = 佣金12万+CFETS 1.5万+结算0.8万 = 14.3万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10:15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大致估出可能亏1.5亿，但不确定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11:30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想减仓，不知道哪些券流动性最好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5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11:30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手写指令单，找领导签字，价格已跌了50bp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5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收盘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实际亏损2亿 · 事后才看到完整损失 · 不知道全包成本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实际亏损0.8亿 · 全程实时可见 · 全包成本精确到分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5130800"/>
            <a:ext cx="11247120" cy="841248"/>
          </a:xfrm>
          <a:prstGeom prst="rect">
            <a:avLst/>
          </a:prstGeom>
          <a:solidFill>
            <a:srgbClr val="0F2060"/>
          </a:solidFill>
          <a:ln w="12700">
            <a:solidFill>
              <a:srgbClr val="0F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52197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060"/>
                </a:solidFill>
                <a:latin typeface="MiSans Normal"/>
              </a:defRPr>
            </a:pPr>
            <a:r>
              <a:t>差异1.2亿——这就是POMS在一天内创造的价值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核心：流动性冲击比价格下跌更致命——不知道'能卖多快、要付多少代价'才是真正的风险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POMS的三个关键优势：① 事前预案（压力测试） ② 实时流动性分析 ③ 一键执行（减少操作延迟损失）</a:t>
            </a:r>
          </a:p>
        </p:txBody>
      </p:sp>
      <p:pic>
        <p:nvPicPr>
          <p:cNvPr id="8" name="Picture 7" descr="diagram_3_924行情推演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05840"/>
            <a:ext cx="12188952" cy="390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2552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Sans Normal"/>
              </a:defRPr>
            </a:pPr>
            <a:r>
              <a:t>不行动的代价：3年累计潜在代价3.3-8亿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不是'要不要做'的问题，而是'能不能承受不做的代价'的问题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3566160" cy="3703320"/>
          </a:xfrm>
          <a:prstGeom prst="rect">
            <a:avLst/>
          </a:prstGeom>
          <a:solidFill>
            <a:srgbClr val="0F2060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7DD8"/>
                </a:solidFill>
                <a:latin typeface="MiSans Normal"/>
              </a:defRPr>
            </a:pPr>
            <a:r>
              <a:t>Year 1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3017520" cy="27432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Sans Normal"/>
              </a:defRPr>
            </a:pPr>
            <a:endParaRPr/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错过跨资产配置机会 → 潜在机会成本0.5-1亿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继续承受隐性交易成本 → 2000-5000万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人工风控合规效率低下 → 1500-3000万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977639"/>
            <a:ext cx="3383280" cy="548640"/>
          </a:xfrm>
          <a:prstGeom prst="rect">
            <a:avLst/>
          </a:prstGeom>
          <a:solidFill>
            <a:srgbClr val="0F2060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404164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7DD8"/>
                </a:solidFill>
                <a:latin typeface="MiSans Normal"/>
              </a:defRPr>
            </a:pPr>
            <a:r>
              <a:t>Year 1小计：~1-2亿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39" y="1024128"/>
            <a:ext cx="3566160" cy="3703320"/>
          </a:xfrm>
          <a:prstGeom prst="rect">
            <a:avLst/>
          </a:prstGeom>
          <a:solidFill>
            <a:srgbClr val="0F2060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79" y="107899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Sans Normal"/>
              </a:defRPr>
            </a:pPr>
            <a:r>
              <a:t>Year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59" y="1508760"/>
            <a:ext cx="3017520" cy="27432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79" y="1627632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Sans Normal"/>
              </a:defRPr>
            </a:pPr>
            <a:endParaRPr/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924类极端事件若发生无预案 → 单次1-2亿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IFRS9 2026全面执行无系统 → P&amp;L波动不可控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继续累计Year 1各项成本 → 1-2亿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新增IFRS9无系统P&amp;L波动 → 0.3-0.5亿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79" y="3977639"/>
            <a:ext cx="3383280" cy="548640"/>
          </a:xfrm>
          <a:prstGeom prst="rect">
            <a:avLst/>
          </a:prstGeom>
          <a:solidFill>
            <a:srgbClr val="0F2060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43399" y="404164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Sans Normal"/>
              </a:defRPr>
            </a:pPr>
            <a:r>
              <a:t>Year 2小计：1.3-2.5亿+极端风险敞口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8" y="1024128"/>
            <a:ext cx="3566160" cy="3703320"/>
          </a:xfrm>
          <a:prstGeom prst="rect">
            <a:avLst/>
          </a:prstGeom>
          <a:solidFill>
            <a:srgbClr val="0F2060"/>
          </a:solidFill>
          <a:ln w="12700">
            <a:solidFill>
              <a:srgbClr val="0F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18" y="107899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2060"/>
                </a:solidFill>
                <a:latin typeface="MiSans Normal"/>
              </a:defRPr>
            </a:pPr>
            <a:r>
              <a:t>Year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598" y="1508760"/>
            <a:ext cx="3017520" cy="27432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18" y="1627632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Sans Normal"/>
              </a:defRPr>
            </a:pPr>
            <a:endParaRPr/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竞争对手平台化深水区 → 差距从'可追赶'变'代差'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头部券商能力拉开 → 优秀投资经理被挖走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客户和资金方注意到差距 → 自营规模可能缩减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持续累计各项直接成本 → 1-1.5亿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18" y="3977639"/>
            <a:ext cx="3383280" cy="548640"/>
          </a:xfrm>
          <a:prstGeom prst="rect">
            <a:avLst/>
          </a:prstGeom>
          <a:solidFill>
            <a:srgbClr val="0F2060"/>
          </a:solidFill>
          <a:ln w="12700">
            <a:solidFill>
              <a:srgbClr val="0F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92438" y="404164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060"/>
                </a:solidFill>
                <a:latin typeface="MiSans Normal"/>
              </a:defRPr>
            </a:pPr>
            <a:r>
              <a:t>Year 3小计：1-1.5亿+能力代差（人才利润双损）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919472"/>
            <a:ext cx="11247120" cy="886968"/>
          </a:xfrm>
          <a:prstGeom prst="rect">
            <a:avLst/>
          </a:prstGeom>
          <a:solidFill>
            <a:srgbClr val="0F2060"/>
          </a:solidFill>
          <a:ln w="12700">
            <a:solidFill>
              <a:srgbClr val="0F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5010912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060"/>
                </a:solidFill>
                <a:latin typeface="MiSans Normal"/>
              </a:defRPr>
            </a:pPr>
            <a:r>
              <a:t>3年不行动累计代价（保守估算）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直接成本：3.3-6亿 · 含1次极端事件：4.3-8亿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战略代价：人才流失+竞争力下滑+规模缩减——不可逆的能力代差，量化不了但影响更大</a:t>
            </a:r>
          </a:p>
        </p:txBody>
      </p:sp>
      <p:pic>
        <p:nvPicPr>
          <p:cNvPr id="25" name="Picture 24" descr="diagram_5_ROI决策框架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415" y="1005840"/>
            <a:ext cx="9654120" cy="391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0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Sans Normal"/>
              </a:defRPr>
            </a:pPr>
            <a:r>
              <a:t>KPI度量体系：可衡量才可管理——每个功能都有明确KPI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投入产出透明化，价值实现可追踪可验收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47120" cy="40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功能模块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KPI指标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基线(无POMS)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目标(有POMS)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Sans Normal"/>
                        </a:defRPr>
                      </a:pPr>
                      <a:r>
                        <a:t>量化价值</a:t>
                      </a:r>
                    </a:p>
                  </a:txBody>
                  <a:tcPr>
                    <a:solidFill>
                      <a:srgbClr val="0F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全资产组合管理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Sharpe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当前值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+0.2~0.4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2000-5000万/年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虚拟组合试算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试算响应时间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1-2天(Excel)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&lt;10秒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决策速度100x↑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自动再平衡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CIO决策→全组合指令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1-2天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&lt;5分钟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2000-3000万/年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实时风险监控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风控延迟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T+1（24小时）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&lt;1秒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924类事件1-2亿↓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回撤控制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年度最大回撤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无控制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&lt;-2%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3000-5000万/次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极端压力测试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情景覆盖率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日频10+情景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提前预案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合规事前预检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违规拦截率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0%（事后发现）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&gt;95%（事前）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2-3次处罚/年↓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融资成本管理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加权融资利率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市场均价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-5~10bps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2000-3000万/年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执行质量TCA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vs TWAP基准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不可见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持续优化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500-1000万/年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IFRS9管理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P&amp;L波动率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当前值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降低30-50%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ROE稳定性↑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审计追踪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监管响应时间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2-4周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&lt;4小时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合规风险↓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现金流预测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结算失败率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X次/年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Sans Normal"/>
                        </a:defRPr>
                      </a:pPr>
                      <a:r>
                        <a:t>数百万/次↓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5321808"/>
            <a:ext cx="11247120" cy="475488"/>
          </a:xfrm>
          <a:prstGeom prst="rect">
            <a:avLst/>
          </a:prstGeom>
          <a:solidFill>
            <a:srgbClr val="0F2060"/>
          </a:solidFill>
          <a:ln w="12700">
            <a:solidFill>
              <a:srgbClr val="0F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5413248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060"/>
                </a:solidFill>
                <a:latin typeface="MiSans Normal"/>
              </a:defRPr>
            </a:pPr>
            <a:r>
              <a:t>治理承诺：每个Phase验收时，按上述KPI逐项对标——结果说话，不靠PPT</a:t>
            </a:r>
          </a:p>
        </p:txBody>
      </p:sp>
    </p:spTree>
    <p:extLst>
      <p:ext uri="{BB962C8B-B14F-4D97-AF65-F5344CB8AC3E}">
        <p14:creationId xmlns:p14="http://schemas.microsoft.com/office/powerpoint/2010/main" val="7616229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Sans Normal"/>
              </a:defRPr>
            </a:pPr>
            <a:r>
              <a:t>下一步：三个决策动作——今天讨论什么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Phase 1六个月启动 · 最小风险验证华锐交付能力 · 奠定千亿自营数字化管理基础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3566160" cy="3886200"/>
          </a:xfrm>
          <a:prstGeom prst="rect">
            <a:avLst/>
          </a:prstGeom>
          <a:solidFill>
            <a:srgbClr val="0F2060"/>
          </a:solidFill>
          <a:ln w="12700">
            <a:solidFill>
              <a:srgbClr val="3B7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024128"/>
            <a:ext cx="3566160" cy="50292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2060"/>
                </a:solidFill>
                <a:latin typeface="MiSans Normal"/>
              </a:defRPr>
            </a:pPr>
            <a:r>
              <a:t>决策①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7276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7DD8"/>
                </a:solidFill>
                <a:latin typeface="MiSans Normal"/>
              </a:defRPr>
            </a:pPr>
            <a:r>
              <a:t>立项批准Phase 1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993392"/>
            <a:ext cx="3017520" cy="27432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3383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Sans Normal"/>
              </a:defRPr>
            </a:pPr>
            <a:endParaRPr/>
          </a:p>
          <a:p>
            <a:pPr algn="l">
              <a:spcBef>
                <a:spcPts val="8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批准Phase 1项目立项（0-6个月）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确认项目发起人和核心团队名单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明确首批对接IBOR数据范围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华锐提交Phase 1详细SOW和报价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39" y="1024128"/>
            <a:ext cx="3566160" cy="3886200"/>
          </a:xfrm>
          <a:prstGeom prst="rect">
            <a:avLst/>
          </a:prstGeom>
          <a:solidFill>
            <a:srgbClr val="0F2060"/>
          </a:solidFill>
          <a:ln w="12700">
            <a:solidFill>
              <a:srgbClr val="2B5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06239" y="1024128"/>
            <a:ext cx="3566160" cy="502920"/>
          </a:xfrm>
          <a:prstGeom prst="rect">
            <a:avLst/>
          </a:prstGeom>
          <a:solidFill>
            <a:srgbClr val="2B5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79" y="105156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2060"/>
                </a:solidFill>
                <a:latin typeface="MiSans Normal"/>
              </a:defRPr>
            </a:pPr>
            <a:r>
              <a:t>决策②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79" y="157276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B5EC7"/>
                </a:solidFill>
                <a:latin typeface="MiSans Normal"/>
              </a:defRPr>
            </a:pPr>
            <a:r>
              <a:t>技术调研与验证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59" y="1993392"/>
            <a:ext cx="3017520" cy="27432"/>
          </a:xfrm>
          <a:prstGeom prst="rect">
            <a:avLst/>
          </a:prstGeom>
          <a:solidFill>
            <a:srgbClr val="2B5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97679" y="2103120"/>
            <a:ext cx="3383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Sans Normal"/>
              </a:defRPr>
            </a:pPr>
            <a:endParaRPr/>
          </a:p>
          <a:p>
            <a:pPr algn="l">
              <a:spcBef>
                <a:spcPts val="8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安排华锐与IT架构师技术深研会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IBOR对接接口调研（提前启动最关键）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信创环境测试计划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Phase 1性能基准和验收标准确认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8" y="1024128"/>
            <a:ext cx="3566160" cy="3886200"/>
          </a:xfrm>
          <a:prstGeom prst="rect">
            <a:avLst/>
          </a:prstGeom>
          <a:solidFill>
            <a:srgbClr val="0F2060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55278" y="1024128"/>
            <a:ext cx="3566160" cy="5029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18" y="105156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2060"/>
                </a:solidFill>
                <a:latin typeface="MiSans Normal"/>
              </a:defRPr>
            </a:pPr>
            <a:r>
              <a:t>决策③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8" y="157276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Sans Normal"/>
              </a:defRPr>
            </a:pPr>
            <a:r>
              <a:t>业务代表参与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598" y="1993392"/>
            <a:ext cx="3017520" cy="27432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18" y="2103120"/>
            <a:ext cx="3383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Sans Normal"/>
              </a:defRPr>
            </a:pPr>
            <a:endParaRPr/>
          </a:p>
          <a:p>
            <a:pPr algn="l">
              <a:spcBef>
                <a:spcPts val="8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自营部投资经理+交易员参与需求工作坊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确认Phase 1功能优先级（哪些先上）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Shadow Portfolio试算场景确认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绩效归因报告格式和内容确认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029200"/>
            <a:ext cx="11247120" cy="804672"/>
          </a:xfrm>
          <a:prstGeom prst="rect">
            <a:avLst/>
          </a:prstGeom>
          <a:solidFill>
            <a:srgbClr val="0F2060"/>
          </a:solidFill>
          <a:ln w="12700">
            <a:solidFill>
              <a:srgbClr val="0F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51206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060"/>
                </a:solidFill>
                <a:latin typeface="MiSans Normal"/>
              </a:defRPr>
            </a:pPr>
            <a:r>
              <a:t>建议：Phase 1六个月灯塔项目，最小风险验证交付能力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Phase 1投入最小化，产出最大化——6个月内CEO看到全公司自营实时全貌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基于Phase 1验收结果决定Phase 2——分步建设、结果说话、风险可控</a:t>
            </a:r>
          </a:p>
        </p:txBody>
      </p:sp>
    </p:spTree>
    <p:extLst>
      <p:ext uri="{BB962C8B-B14F-4D97-AF65-F5344CB8AC3E}">
        <p14:creationId xmlns:p14="http://schemas.microsoft.com/office/powerpoint/2010/main" val="27922796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2606040"/>
            <a:ext cx="7315200" cy="36576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华锐POMS：让千亿资金拥有Aladdin级的数字化管理能力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Sans Normal"/>
              </a:defRPr>
            </a:pPr>
            <a:r>
              <a:t>POMS不是IT投资</a:t>
            </a:r>
            <a:br/>
            <a:r>
              <a:t>这是投资能力的投资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千亿自营资金，每年交易3000亿，管理500亿杠杆——值得拥有世界级的管理工具。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204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年化直接价值：1-1.8亿 · 极端事件避损：1-2亿/次 · 3年不行动代价：3.3-8亿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18个月追赶头部3-5年 · Phase 1六个月CEO看到全貌 · 分步建设风险可控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434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Sans Normal"/>
              </a:defRPr>
            </a:pPr>
            <a:r>
              <a:t>▸ 华锐：唯一同时具备FICC+买方组合管理双重基因的国产厂商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303520"/>
            <a:ext cx="10972800" cy="36576"/>
          </a:xfrm>
          <a:prstGeom prst="rect">
            <a:avLst/>
          </a:prstGeom>
          <a:solidFill>
            <a:srgbClr val="0F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MiSans Normal"/>
              </a:defRPr>
            </a:pPr>
            <a:r>
              <a:t>华锐科技  ·  上海+深圳+香港+长沙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53949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MiSans Normal"/>
              </a:defRPr>
            </a:pPr>
            <a:r>
              <a:t>感谢聆听  ·  期待下一步合作</a:t>
            </a:r>
          </a:p>
        </p:txBody>
      </p:sp>
    </p:spTree>
    <p:extLst>
      <p:ext uri="{BB962C8B-B14F-4D97-AF65-F5344CB8AC3E}">
        <p14:creationId xmlns:p14="http://schemas.microsoft.com/office/powerpoint/2010/main" val="274801354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20200182_3*m_h_i*1_2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20200182_3*m_h_i*1_2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20200182_3*m_h_i*1_2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20200182_3*m_h_i*1_2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200182_3*m_h_i*1_1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20200182_3*m_h_i*1_2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1"/>
  <p:tag name="KSO_WM_UNIT_ID" val="diagram20200182_3*m_h_i*1_4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8"/>
  <p:tag name="KSO_WM_UNIT_FILL_TYPE" val="1"/>
  <p:tag name="KSO_WM_UNIT_TEXT_FILL_FORE_SCHEMECOLOR_INDEX" val="2"/>
  <p:tag name="KSO_WM_UNIT_TEXT_FILL_TYPE" val="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20200182_3*m_h_i*1_2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20200182_3*m_h_i*1_2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20200182_3*m_h_i*1_2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20200182_3*m_h_i*1_2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20200182_3*m_h_i*1_2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20200182_3*m_h_i*1_2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20200182_3*m_h_i*1_2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20200182_3*m_h_i*1_2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20200182_3*m_h_i*1_2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20200182_3*m_h_i*1_2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200182_3*m_h_i*1_1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20200182_3*m_h_i*1_2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1"/>
  <p:tag name="KSO_WM_UNIT_ID" val="diagram20200182_3*m_h_i*1_4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8"/>
  <p:tag name="KSO_WM_UNIT_FILL_TYPE" val="1"/>
  <p:tag name="KSO_WM_UNIT_TEXT_FILL_FORE_SCHEMECOLOR_INDEX" val="2"/>
  <p:tag name="KSO_WM_UNIT_TEXT_FILL_TYPE" val="1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20200182_3*m_h_i*1_2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20200182_3*m_h_i*1_2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20200182_3*m_h_i*1_2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20200182_3*m_h_i*1_2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0182_3*m_h_i*1_3_1"/>
  <p:tag name="KSO_WM_TEMPLATE_CATEGORY" val="diagram"/>
  <p:tag name="KSO_WM_TEMPLATE_INDEX" val="2020018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华锐主题">
  <a:themeElements>
    <a:clrScheme name="Office">
      <a:dk1>
        <a:sysClr val="windowText" lastClr="000000"/>
      </a:dk1>
      <a:lt1>
        <a:sysClr val="window" lastClr="FFFFFF"/>
      </a:lt1>
      <a:dk2>
        <a:srgbClr val="1B3275"/>
      </a:dk2>
      <a:lt2>
        <a:srgbClr val="E7E6E6"/>
      </a:lt2>
      <a:accent1>
        <a:srgbClr val="2B5EC7"/>
      </a:accent1>
      <a:accent2>
        <a:srgbClr val="E53935"/>
      </a:accent2>
      <a:accent3>
        <a:srgbClr val="3B7DD8"/>
      </a:accent3>
      <a:accent4>
        <a:srgbClr val="0F2060"/>
      </a:accent4>
      <a:accent5>
        <a:srgbClr val="1B3275"/>
      </a:accent5>
      <a:accent6>
        <a:srgbClr val="D6E4F7"/>
      </a:accent6>
      <a:hlink>
        <a:srgbClr val="2B5EC7"/>
      </a:hlink>
      <a:folHlink>
        <a:srgbClr val="954F7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12700">
          <a:solidFill>
            <a:schemeClr val="bg1"/>
          </a:solidFill>
          <a:headEnd type="none" w="lg" len="lg"/>
          <a:tailEnd type="oval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 sz="1600">
            <a:latin typeface="黑体" panose="02010609060101010101" pitchFamily="49" charset="-122"/>
            <a:ea typeface="黑体" panose="02010609060101010101" pitchFamily="49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heme1" id="{53085661-8990-47BA-8CE4-FF2734DABD7D}" vid="{702E4EF9-7E0C-4E21-9BE6-47161897FCC8}"/>
    </a:ext>
  </a:extLst>
</a:theme>
</file>

<file path=ppt/theme/theme3.xml><?xml version="1.0" encoding="utf-8"?>
<a:theme xmlns:a="http://schemas.openxmlformats.org/drawingml/2006/main" name="2_华锐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12700">
          <a:solidFill>
            <a:schemeClr val="bg1"/>
          </a:solidFill>
          <a:headEnd type="none" w="lg" len="lg"/>
          <a:tailEnd type="oval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华锐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12700">
          <a:solidFill>
            <a:schemeClr val="bg1"/>
          </a:solidFill>
          <a:headEnd type="none" w="lg" len="lg"/>
          <a:tailEnd type="oval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华锐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12700">
          <a:solidFill>
            <a:schemeClr val="bg1"/>
          </a:solidFill>
          <a:headEnd type="none" w="lg" len="lg"/>
          <a:tailEnd type="oval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heme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 sz="1600">
            <a:latin typeface="黑体" panose="02010609060101010101" pitchFamily="49" charset="-122"/>
            <a:ea typeface="黑体" panose="02010609060101010101" pitchFamily="49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heme2" id="{1518C8F5-EED6-46A8-8473-BE9AD173766E}" vid="{FBE812D9-A9DE-49A7-A310-21C0F4DE92A9}"/>
    </a:ext>
  </a:extLst>
</a:theme>
</file>

<file path=ppt/theme/theme7.xml><?xml version="1.0" encoding="utf-8"?>
<a:theme xmlns:a="http://schemas.openxmlformats.org/drawingml/2006/main" name="5_华锐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12700">
          <a:solidFill>
            <a:schemeClr val="bg1"/>
          </a:solidFill>
          <a:headEnd type="none" w="lg" len="lg"/>
          <a:tailEnd type="oval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95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7A64108-2BE7-4129-AE8A-1192AF1FD134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a3a84de7-7551-4675-ab4a-40fb3256917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</TotalTime>
  <Words>6946</Words>
  <Application>Microsoft Office PowerPoint</Application>
  <PresentationFormat>Widescreen</PresentationFormat>
  <Paragraphs>1219</Paragraphs>
  <Slides>43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43</vt:i4>
      </vt:variant>
    </vt:vector>
  </HeadingPairs>
  <TitlesOfParts>
    <vt:vector size="56" baseType="lpstr">
      <vt:lpstr>Inter UI</vt:lpstr>
      <vt:lpstr>微软雅黑</vt:lpstr>
      <vt:lpstr>MiSans Normal</vt:lpstr>
      <vt:lpstr>黑体</vt:lpstr>
      <vt:lpstr>Arial</vt:lpstr>
      <vt:lpstr>Calibri</vt:lpstr>
      <vt:lpstr>1_华锐主题</vt:lpstr>
      <vt:lpstr>Theme1</vt:lpstr>
      <vt:lpstr>2_华锐主题</vt:lpstr>
      <vt:lpstr>3_华锐主题</vt:lpstr>
      <vt:lpstr>4_华锐主题</vt:lpstr>
      <vt:lpstr>Theme2</vt:lpstr>
      <vt:lpstr>5_华锐主题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HD2373</cp:lastModifiedBy>
  <cp:revision>174</cp:revision>
  <dcterms:created xsi:type="dcterms:W3CDTF">2019-06-19T02:08:00Z</dcterms:created>
  <dcterms:modified xsi:type="dcterms:W3CDTF">2026-04-23T14:05:06Z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37B5AFFF82974929BECC5223CEE6BD9C_13</vt:lpwstr>
  </property>
</Properties>
</file>